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349"/>
    <a:srgbClr val="6B529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7CC9F-3170-4162-B0D1-9DA67A39B20A}" v="72" dt="2026-09-17T23:55:45.2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1960" autoAdjust="0"/>
  </p:normalViewPr>
  <p:slideViewPr>
    <p:cSldViewPr snapToGrid="0">
      <p:cViewPr varScale="1">
        <p:scale>
          <a:sx n="75" d="100"/>
          <a:sy n="75" d="100"/>
        </p:scale>
        <p:origin x="12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ng Doshi" userId="6d7c14442e64f2c8" providerId="LiveId" clId="{2C82210D-D3A9-4BCD-907E-9A5C3D30F3A8}"/>
    <pc:docChg chg="undo redo custSel addSld delSld modSld sldOrd">
      <pc:chgData name="Devang Doshi" userId="6d7c14442e64f2c8" providerId="LiveId" clId="{2C82210D-D3A9-4BCD-907E-9A5C3D30F3A8}" dt="2026-09-17T23:56:56.538" v="4140" actId="20577"/>
      <pc:docMkLst>
        <pc:docMk/>
      </pc:docMkLst>
      <pc:sldChg chg="addSp delSp modSp new mod modClrScheme chgLayout">
        <pc:chgData name="Devang Doshi" userId="6d7c14442e64f2c8" providerId="LiveId" clId="{2C82210D-D3A9-4BCD-907E-9A5C3D30F3A8}" dt="2026-09-17T21:08:52.783" v="2121" actId="20577"/>
        <pc:sldMkLst>
          <pc:docMk/>
          <pc:sldMk cId="3130525166" sldId="256"/>
        </pc:sldMkLst>
        <pc:spChg chg="del mod ord">
          <ac:chgData name="Devang Doshi" userId="6d7c14442e64f2c8" providerId="LiveId" clId="{2C82210D-D3A9-4BCD-907E-9A5C3D30F3A8}" dt="2026-09-17T21:01:39.835" v="1820" actId="700"/>
          <ac:spMkLst>
            <pc:docMk/>
            <pc:sldMk cId="3130525166" sldId="256"/>
            <ac:spMk id="2" creationId="{2F04786C-185F-DC4A-712A-40DD51DFE1E1}"/>
          </ac:spMkLst>
        </pc:spChg>
        <pc:spChg chg="del mod ord">
          <ac:chgData name="Devang Doshi" userId="6d7c14442e64f2c8" providerId="LiveId" clId="{2C82210D-D3A9-4BCD-907E-9A5C3D30F3A8}" dt="2026-09-17T21:01:39.835" v="1820" actId="700"/>
          <ac:spMkLst>
            <pc:docMk/>
            <pc:sldMk cId="3130525166" sldId="256"/>
            <ac:spMk id="3" creationId="{FF96FBD0-18DD-8A5B-620B-512B48D8CF6E}"/>
          </ac:spMkLst>
        </pc:spChg>
        <pc:spChg chg="add mod ord">
          <ac:chgData name="Devang Doshi" userId="6d7c14442e64f2c8" providerId="LiveId" clId="{2C82210D-D3A9-4BCD-907E-9A5C3D30F3A8}" dt="2026-09-17T21:08:44.574" v="2101" actId="20577"/>
          <ac:spMkLst>
            <pc:docMk/>
            <pc:sldMk cId="3130525166" sldId="256"/>
            <ac:spMk id="4" creationId="{C0D3630C-9245-1977-7923-E8F50ACEFB91}"/>
          </ac:spMkLst>
        </pc:spChg>
        <pc:spChg chg="add mod ord">
          <ac:chgData name="Devang Doshi" userId="6d7c14442e64f2c8" providerId="LiveId" clId="{2C82210D-D3A9-4BCD-907E-9A5C3D30F3A8}" dt="2026-09-17T21:08:52.783" v="2121" actId="20577"/>
          <ac:spMkLst>
            <pc:docMk/>
            <pc:sldMk cId="3130525166" sldId="256"/>
            <ac:spMk id="5" creationId="{30D5308D-DE75-DEEF-78D4-D3892979BD41}"/>
          </ac:spMkLst>
        </pc:spChg>
      </pc:sldChg>
      <pc:sldChg chg="addSp delSp modSp del mod modNotesTx">
        <pc:chgData name="Devang Doshi" userId="6d7c14442e64f2c8" providerId="LiveId" clId="{2C82210D-D3A9-4BCD-907E-9A5C3D30F3A8}" dt="2026-09-17T21:01:25.979" v="1818" actId="47"/>
        <pc:sldMkLst>
          <pc:docMk/>
          <pc:sldMk cId="3819799815" sldId="256"/>
        </pc:sldMkLst>
      </pc:sldChg>
      <pc:sldChg chg="addSp delSp modSp new mod modClrScheme chgLayout">
        <pc:chgData name="Devang Doshi" userId="6d7c14442e64f2c8" providerId="LiveId" clId="{2C82210D-D3A9-4BCD-907E-9A5C3D30F3A8}" dt="2026-09-17T21:16:23.641" v="2158" actId="20577"/>
        <pc:sldMkLst>
          <pc:docMk/>
          <pc:sldMk cId="2682154851" sldId="257"/>
        </pc:sldMkLst>
        <pc:spChg chg="del mod ord">
          <ac:chgData name="Devang Doshi" userId="6d7c14442e64f2c8" providerId="LiveId" clId="{2C82210D-D3A9-4BCD-907E-9A5C3D30F3A8}" dt="2026-09-17T21:04:49.809" v="1885" actId="700"/>
          <ac:spMkLst>
            <pc:docMk/>
            <pc:sldMk cId="2682154851" sldId="257"/>
            <ac:spMk id="2" creationId="{6237ED60-EA02-39F9-26DC-5CC346582529}"/>
          </ac:spMkLst>
        </pc:spChg>
        <pc:spChg chg="del mod ord">
          <ac:chgData name="Devang Doshi" userId="6d7c14442e64f2c8" providerId="LiveId" clId="{2C82210D-D3A9-4BCD-907E-9A5C3D30F3A8}" dt="2026-09-17T21:04:49.809" v="1885" actId="700"/>
          <ac:spMkLst>
            <pc:docMk/>
            <pc:sldMk cId="2682154851" sldId="257"/>
            <ac:spMk id="3" creationId="{695CF299-2CBE-5F6A-C3C2-362DF260308D}"/>
          </ac:spMkLst>
        </pc:spChg>
        <pc:spChg chg="add mod ord">
          <ac:chgData name="Devang Doshi" userId="6d7c14442e64f2c8" providerId="LiveId" clId="{2C82210D-D3A9-4BCD-907E-9A5C3D30F3A8}" dt="2026-09-17T21:16:23.641" v="2158" actId="20577"/>
          <ac:spMkLst>
            <pc:docMk/>
            <pc:sldMk cId="2682154851" sldId="257"/>
            <ac:spMk id="4" creationId="{8EEC6258-5B31-EF66-15CF-4178067C1930}"/>
          </ac:spMkLst>
        </pc:spChg>
        <pc:spChg chg="add del mod ord">
          <ac:chgData name="Devang Doshi" userId="6d7c14442e64f2c8" providerId="LiveId" clId="{2C82210D-D3A9-4BCD-907E-9A5C3D30F3A8}" dt="2026-09-17T21:06:05.839" v="1900" actId="26606"/>
          <ac:spMkLst>
            <pc:docMk/>
            <pc:sldMk cId="2682154851" sldId="257"/>
            <ac:spMk id="5" creationId="{D090ABC3-F276-D773-B84C-D7CA56A2013A}"/>
          </ac:spMkLst>
        </pc:spChg>
        <pc:spChg chg="add mod">
          <ac:chgData name="Devang Doshi" userId="6d7c14442e64f2c8" providerId="LiveId" clId="{2C82210D-D3A9-4BCD-907E-9A5C3D30F3A8}" dt="2026-09-17T21:15:58.332" v="2127" actId="1076"/>
          <ac:spMkLst>
            <pc:docMk/>
            <pc:sldMk cId="2682154851" sldId="257"/>
            <ac:spMk id="8" creationId="{E9A3E9B1-C33F-F07F-19EC-9F7EA697622B}"/>
          </ac:spMkLst>
        </pc:spChg>
        <pc:graphicFrameChg chg="add mod modGraphic">
          <ac:chgData name="Devang Doshi" userId="6d7c14442e64f2c8" providerId="LiveId" clId="{2C82210D-D3A9-4BCD-907E-9A5C3D30F3A8}" dt="2026-09-17T21:08:28.688" v="2092" actId="1076"/>
          <ac:graphicFrameMkLst>
            <pc:docMk/>
            <pc:sldMk cId="2682154851" sldId="257"/>
            <ac:graphicFrameMk id="7" creationId="{D090ABC3-F276-D773-B84C-D7CA56A2013A}"/>
          </ac:graphicFrameMkLst>
        </pc:graphicFrameChg>
      </pc:sldChg>
      <pc:sldChg chg="addSp delSp modSp new del mod modClrScheme chgLayout">
        <pc:chgData name="Devang Doshi" userId="6d7c14442e64f2c8" providerId="LiveId" clId="{2C82210D-D3A9-4BCD-907E-9A5C3D30F3A8}" dt="2026-09-17T21:01:25.979" v="1818" actId="47"/>
        <pc:sldMkLst>
          <pc:docMk/>
          <pc:sldMk cId="3520030111" sldId="257"/>
        </pc:sldMkLst>
      </pc:sldChg>
      <pc:sldChg chg="addSp delSp modSp new del mod modClrScheme chgLayout">
        <pc:chgData name="Devang Doshi" userId="6d7c14442e64f2c8" providerId="LiveId" clId="{2C82210D-D3A9-4BCD-907E-9A5C3D30F3A8}" dt="2026-09-17T21:01:25.979" v="1818" actId="47"/>
        <pc:sldMkLst>
          <pc:docMk/>
          <pc:sldMk cId="2319202237" sldId="258"/>
        </pc:sldMkLst>
      </pc:sldChg>
      <pc:sldChg chg="addSp delSp modSp new mod">
        <pc:chgData name="Devang Doshi" userId="6d7c14442e64f2c8" providerId="LiveId" clId="{2C82210D-D3A9-4BCD-907E-9A5C3D30F3A8}" dt="2026-09-17T23:45:07.248" v="4057" actId="20577"/>
        <pc:sldMkLst>
          <pc:docMk/>
          <pc:sldMk cId="2691919881" sldId="258"/>
        </pc:sldMkLst>
        <pc:spChg chg="mod">
          <ac:chgData name="Devang Doshi" userId="6d7c14442e64f2c8" providerId="LiveId" clId="{2C82210D-D3A9-4BCD-907E-9A5C3D30F3A8}" dt="2026-09-17T21:35:01.507" v="2523" actId="20577"/>
          <ac:spMkLst>
            <pc:docMk/>
            <pc:sldMk cId="2691919881" sldId="258"/>
            <ac:spMk id="2" creationId="{D5125FCC-00E2-A72D-B35C-DBC2D20931A0}"/>
          </ac:spMkLst>
        </pc:spChg>
        <pc:spChg chg="del">
          <ac:chgData name="Devang Doshi" userId="6d7c14442e64f2c8" providerId="LiveId" clId="{2C82210D-D3A9-4BCD-907E-9A5C3D30F3A8}" dt="2026-09-17T21:21:26.708" v="2186" actId="22"/>
          <ac:spMkLst>
            <pc:docMk/>
            <pc:sldMk cId="2691919881" sldId="258"/>
            <ac:spMk id="3" creationId="{1CA05DAB-A186-43F4-1768-DAA66DBA7928}"/>
          </ac:spMkLst>
        </pc:spChg>
        <pc:spChg chg="add mod">
          <ac:chgData name="Devang Doshi" userId="6d7c14442e64f2c8" providerId="LiveId" clId="{2C82210D-D3A9-4BCD-907E-9A5C3D30F3A8}" dt="2026-09-17T21:31:03.127" v="2450" actId="1036"/>
          <ac:spMkLst>
            <pc:docMk/>
            <pc:sldMk cId="2691919881" sldId="258"/>
            <ac:spMk id="18" creationId="{5A29168E-96D0-A123-6617-A7D1233C61DE}"/>
          </ac:spMkLst>
        </pc:spChg>
        <pc:spChg chg="add mod">
          <ac:chgData name="Devang Doshi" userId="6d7c14442e64f2c8" providerId="LiveId" clId="{2C82210D-D3A9-4BCD-907E-9A5C3D30F3A8}" dt="2026-09-17T21:31:03.127" v="2450" actId="1036"/>
          <ac:spMkLst>
            <pc:docMk/>
            <pc:sldMk cId="2691919881" sldId="258"/>
            <ac:spMk id="20" creationId="{DDB8EF58-76CF-B26B-74D9-749F13001D78}"/>
          </ac:spMkLst>
        </pc:spChg>
        <pc:spChg chg="add mod">
          <ac:chgData name="Devang Doshi" userId="6d7c14442e64f2c8" providerId="LiveId" clId="{2C82210D-D3A9-4BCD-907E-9A5C3D30F3A8}" dt="2026-09-17T23:45:07.248" v="4057" actId="20577"/>
          <ac:spMkLst>
            <pc:docMk/>
            <pc:sldMk cId="2691919881" sldId="258"/>
            <ac:spMk id="22" creationId="{8127646C-AE8E-A427-6519-7B8222E360E4}"/>
          </ac:spMkLst>
        </pc:spChg>
        <pc:spChg chg="add mod">
          <ac:chgData name="Devang Doshi" userId="6d7c14442e64f2c8" providerId="LiveId" clId="{2C82210D-D3A9-4BCD-907E-9A5C3D30F3A8}" dt="2026-09-17T21:31:03.127" v="2450" actId="1036"/>
          <ac:spMkLst>
            <pc:docMk/>
            <pc:sldMk cId="2691919881" sldId="258"/>
            <ac:spMk id="24" creationId="{26053D36-984A-D544-119A-59A7BFB69912}"/>
          </ac:spMkLst>
        </pc:spChg>
        <pc:spChg chg="add mod">
          <ac:chgData name="Devang Doshi" userId="6d7c14442e64f2c8" providerId="LiveId" clId="{2C82210D-D3A9-4BCD-907E-9A5C3D30F3A8}" dt="2026-09-17T21:31:03.127" v="2450" actId="1036"/>
          <ac:spMkLst>
            <pc:docMk/>
            <pc:sldMk cId="2691919881" sldId="258"/>
            <ac:spMk id="26" creationId="{5FE080B9-3F95-CF4D-88CB-48EC6B896D0B}"/>
          </ac:spMkLst>
        </pc:spChg>
        <pc:spChg chg="add mod">
          <ac:chgData name="Devang Doshi" userId="6d7c14442e64f2c8" providerId="LiveId" clId="{2C82210D-D3A9-4BCD-907E-9A5C3D30F3A8}" dt="2026-09-17T21:31:03.127" v="2450" actId="1036"/>
          <ac:spMkLst>
            <pc:docMk/>
            <pc:sldMk cId="2691919881" sldId="258"/>
            <ac:spMk id="28" creationId="{65F801E2-5976-DEBA-92C5-366E261E1F9B}"/>
          </ac:spMkLst>
        </pc:spChg>
        <pc:spChg chg="add mod">
          <ac:chgData name="Devang Doshi" userId="6d7c14442e64f2c8" providerId="LiveId" clId="{2C82210D-D3A9-4BCD-907E-9A5C3D30F3A8}" dt="2026-09-17T21:31:03.127" v="2450" actId="1036"/>
          <ac:spMkLst>
            <pc:docMk/>
            <pc:sldMk cId="2691919881" sldId="258"/>
            <ac:spMk id="30" creationId="{B29FF1BE-6601-C5ED-EC29-F04477EB2F8D}"/>
          </ac:spMkLst>
        </pc:spChg>
        <pc:spChg chg="add mod">
          <ac:chgData name="Devang Doshi" userId="6d7c14442e64f2c8" providerId="LiveId" clId="{2C82210D-D3A9-4BCD-907E-9A5C3D30F3A8}" dt="2026-09-17T21:32:05.088" v="2463" actId="1076"/>
          <ac:spMkLst>
            <pc:docMk/>
            <pc:sldMk cId="2691919881" sldId="258"/>
            <ac:spMk id="32" creationId="{7862D2C3-4154-582D-67F0-6244EF5F184F}"/>
          </ac:spMkLst>
        </pc:spChg>
        <pc:spChg chg="add mod">
          <ac:chgData name="Devang Doshi" userId="6d7c14442e64f2c8" providerId="LiveId" clId="{2C82210D-D3A9-4BCD-907E-9A5C3D30F3A8}" dt="2026-09-17T21:32:44.713" v="2510" actId="20577"/>
          <ac:spMkLst>
            <pc:docMk/>
            <pc:sldMk cId="2691919881" sldId="258"/>
            <ac:spMk id="34" creationId="{900271D1-E050-49CA-C4AC-EED6A8C35102}"/>
          </ac:spMkLst>
        </pc:spChg>
        <pc:spChg chg="add mod">
          <ac:chgData name="Devang Doshi" userId="6d7c14442e64f2c8" providerId="LiveId" clId="{2C82210D-D3A9-4BCD-907E-9A5C3D30F3A8}" dt="2026-09-17T21:32:48.106" v="2514" actId="20577"/>
          <ac:spMkLst>
            <pc:docMk/>
            <pc:sldMk cId="2691919881" sldId="258"/>
            <ac:spMk id="36" creationId="{30F847A4-36CF-6460-5088-37D736B46EAF}"/>
          </ac:spMkLst>
        </pc:spChg>
        <pc:spChg chg="add mod">
          <ac:chgData name="Devang Doshi" userId="6d7c14442e64f2c8" providerId="LiveId" clId="{2C82210D-D3A9-4BCD-907E-9A5C3D30F3A8}" dt="2026-09-17T21:32:23.471" v="2496" actId="20577"/>
          <ac:spMkLst>
            <pc:docMk/>
            <pc:sldMk cId="2691919881" sldId="258"/>
            <ac:spMk id="38" creationId="{CE102EDE-6ECB-8ABB-B0F3-F1CC55FB1982}"/>
          </ac:spMkLst>
        </pc:spChg>
        <pc:spChg chg="add mod">
          <ac:chgData name="Devang Doshi" userId="6d7c14442e64f2c8" providerId="LiveId" clId="{2C82210D-D3A9-4BCD-907E-9A5C3D30F3A8}" dt="2026-09-17T21:32:40.826" v="2506" actId="20577"/>
          <ac:spMkLst>
            <pc:docMk/>
            <pc:sldMk cId="2691919881" sldId="258"/>
            <ac:spMk id="40" creationId="{C232874E-3C3B-56EA-5F63-1743BC941F0F}"/>
          </ac:spMkLst>
        </pc:spChg>
        <pc:spChg chg="add del mod">
          <ac:chgData name="Devang Doshi" userId="6d7c14442e64f2c8" providerId="LiveId" clId="{2C82210D-D3A9-4BCD-907E-9A5C3D30F3A8}" dt="2026-09-17T22:08:45.956" v="2810" actId="478"/>
          <ac:spMkLst>
            <pc:docMk/>
            <pc:sldMk cId="2691919881" sldId="258"/>
            <ac:spMk id="42" creationId="{581BE845-DEAF-9ECF-7E0C-46E00ACA4E5C}"/>
          </ac:spMkLst>
        </pc:spChg>
        <pc:picChg chg="add mod">
          <ac:chgData name="Devang Doshi" userId="6d7c14442e64f2c8" providerId="LiveId" clId="{2C82210D-D3A9-4BCD-907E-9A5C3D30F3A8}" dt="2026-09-17T21:31:03.127" v="2450" actId="1036"/>
          <ac:picMkLst>
            <pc:docMk/>
            <pc:sldMk cId="2691919881" sldId="258"/>
            <ac:picMk id="5" creationId="{27CD3112-7282-9CD7-A42D-000899293688}"/>
          </ac:picMkLst>
        </pc:picChg>
        <pc:picChg chg="add mod">
          <ac:chgData name="Devang Doshi" userId="6d7c14442e64f2c8" providerId="LiveId" clId="{2C82210D-D3A9-4BCD-907E-9A5C3D30F3A8}" dt="2026-09-17T21:30:10.153" v="2405" actId="1076"/>
          <ac:picMkLst>
            <pc:docMk/>
            <pc:sldMk cId="2691919881" sldId="258"/>
            <ac:picMk id="7" creationId="{E8F0EA07-F69C-32B1-6B17-5CD5D22BE1D5}"/>
          </ac:picMkLst>
        </pc:picChg>
        <pc:picChg chg="add mod">
          <ac:chgData name="Devang Doshi" userId="6d7c14442e64f2c8" providerId="LiveId" clId="{2C82210D-D3A9-4BCD-907E-9A5C3D30F3A8}" dt="2026-09-17T21:30:43.421" v="2427" actId="1035"/>
          <ac:picMkLst>
            <pc:docMk/>
            <pc:sldMk cId="2691919881" sldId="258"/>
            <ac:picMk id="9" creationId="{810E4F39-49D1-4CC1-0FCE-87CEA9E95ADF}"/>
          </ac:picMkLst>
        </pc:picChg>
        <pc:picChg chg="add mod">
          <ac:chgData name="Devang Doshi" userId="6d7c14442e64f2c8" providerId="LiveId" clId="{2C82210D-D3A9-4BCD-907E-9A5C3D30F3A8}" dt="2026-09-17T21:30:43.421" v="2427" actId="1035"/>
          <ac:picMkLst>
            <pc:docMk/>
            <pc:sldMk cId="2691919881" sldId="258"/>
            <ac:picMk id="10" creationId="{1D747C8D-53B7-00AF-F989-3B71789B25AE}"/>
          </ac:picMkLst>
        </pc:picChg>
        <pc:picChg chg="add mod">
          <ac:chgData name="Devang Doshi" userId="6d7c14442e64f2c8" providerId="LiveId" clId="{2C82210D-D3A9-4BCD-907E-9A5C3D30F3A8}" dt="2026-09-17T21:33:23.443" v="2515" actId="208"/>
          <ac:picMkLst>
            <pc:docMk/>
            <pc:sldMk cId="2691919881" sldId="258"/>
            <ac:picMk id="12" creationId="{C4CF2E7C-AAED-0675-ED67-E2546DF819CB}"/>
          </ac:picMkLst>
        </pc:picChg>
        <pc:picChg chg="add mod">
          <ac:chgData name="Devang Doshi" userId="6d7c14442e64f2c8" providerId="LiveId" clId="{2C82210D-D3A9-4BCD-907E-9A5C3D30F3A8}" dt="2026-09-17T21:33:35.110" v="2516" actId="208"/>
          <ac:picMkLst>
            <pc:docMk/>
            <pc:sldMk cId="2691919881" sldId="258"/>
            <ac:picMk id="14" creationId="{906EF9A9-E380-F099-AEFB-43AF66AE6B00}"/>
          </ac:picMkLst>
        </pc:picChg>
        <pc:picChg chg="add mod">
          <ac:chgData name="Devang Doshi" userId="6d7c14442e64f2c8" providerId="LiveId" clId="{2C82210D-D3A9-4BCD-907E-9A5C3D30F3A8}" dt="2026-09-17T21:33:38.787" v="2517" actId="208"/>
          <ac:picMkLst>
            <pc:docMk/>
            <pc:sldMk cId="2691919881" sldId="258"/>
            <ac:picMk id="16" creationId="{A024BD62-24F1-5CC3-DCAF-58462C18EE79}"/>
          </ac:picMkLst>
        </pc:picChg>
        <pc:picChg chg="add mod">
          <ac:chgData name="Devang Doshi" userId="6d7c14442e64f2c8" providerId="LiveId" clId="{2C82210D-D3A9-4BCD-907E-9A5C3D30F3A8}" dt="2026-09-17T21:30:17.747" v="2406" actId="1076"/>
          <ac:picMkLst>
            <pc:docMk/>
            <pc:sldMk cId="2691919881" sldId="258"/>
            <ac:picMk id="17" creationId="{119D6801-7E8E-6FF7-E214-8CBFF333046D}"/>
          </ac:picMkLst>
        </pc:picChg>
      </pc:sldChg>
      <pc:sldChg chg="addSp delSp 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2450752395" sldId="259"/>
        </pc:sldMkLst>
      </pc:sldChg>
      <pc:sldChg chg="addSp delSp modSp add mod">
        <pc:chgData name="Devang Doshi" userId="6d7c14442e64f2c8" providerId="LiveId" clId="{2C82210D-D3A9-4BCD-907E-9A5C3D30F3A8}" dt="2026-09-17T23:49:01.911" v="4089" actId="1076"/>
        <pc:sldMkLst>
          <pc:docMk/>
          <pc:sldMk cId="4055564597" sldId="259"/>
        </pc:sldMkLst>
        <pc:spChg chg="mod">
          <ac:chgData name="Devang Doshi" userId="6d7c14442e64f2c8" providerId="LiveId" clId="{2C82210D-D3A9-4BCD-907E-9A5C3D30F3A8}" dt="2026-09-17T21:58:22.441" v="2692" actId="20577"/>
          <ac:spMkLst>
            <pc:docMk/>
            <pc:sldMk cId="4055564597" sldId="259"/>
            <ac:spMk id="2" creationId="{F6DF304E-B3FB-314C-E3A4-E46B71B99E64}"/>
          </ac:spMkLst>
        </pc:spChg>
        <pc:spChg chg="add del mod">
          <ac:chgData name="Devang Doshi" userId="6d7c14442e64f2c8" providerId="LiveId" clId="{2C82210D-D3A9-4BCD-907E-9A5C3D30F3A8}" dt="2026-09-17T21:49:35.534" v="2558" actId="478"/>
          <ac:spMkLst>
            <pc:docMk/>
            <pc:sldMk cId="4055564597" sldId="259"/>
            <ac:spMk id="4" creationId="{BCB6B9E3-EB00-83DB-B81A-C747F2EC7E77}"/>
          </ac:spMkLst>
        </pc:spChg>
        <pc:spChg chg="add mod">
          <ac:chgData name="Devang Doshi" userId="6d7c14442e64f2c8" providerId="LiveId" clId="{2C82210D-D3A9-4BCD-907E-9A5C3D30F3A8}" dt="2026-09-17T23:49:01.911" v="4089" actId="1076"/>
          <ac:spMkLst>
            <pc:docMk/>
            <pc:sldMk cId="4055564597" sldId="259"/>
            <ac:spMk id="7" creationId="{8E6775A0-584E-2B24-9704-CAAB8130C268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18" creationId="{AFD60665-E9E5-6DDE-54BA-A6F6C3F74636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20" creationId="{D01ADECE-CB93-0F54-4973-DFFC185F4C42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22" creationId="{80ED8C16-8418-127A-5D7B-9009854F2C01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24" creationId="{C67D02D4-566F-8D8B-77E9-DC223456E662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26" creationId="{CB6D7076-AAD0-2D9C-E8B0-CA7176024491}"/>
          </ac:spMkLst>
        </pc:spChg>
        <pc:spChg chg="add mod">
          <ac:chgData name="Devang Doshi" userId="6d7c14442e64f2c8" providerId="LiveId" clId="{2C82210D-D3A9-4BCD-907E-9A5C3D30F3A8}" dt="2026-09-17T23:48:22.425" v="4075" actId="1076"/>
          <ac:spMkLst>
            <pc:docMk/>
            <pc:sldMk cId="4055564597" sldId="259"/>
            <ac:spMk id="27" creationId="{ECF24216-79AE-1086-4A47-C6EF2022C722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28" creationId="{BB13E8CB-28DE-C1D6-3B02-98A165C9B818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30" creationId="{A64003B8-B977-E08F-283A-D6E06B21A6E2}"/>
          </ac:spMkLst>
        </pc:spChg>
        <pc:spChg chg="add mod">
          <ac:chgData name="Devang Doshi" userId="6d7c14442e64f2c8" providerId="LiveId" clId="{2C82210D-D3A9-4BCD-907E-9A5C3D30F3A8}" dt="2026-09-17T23:48:29.994" v="4077" actId="1076"/>
          <ac:spMkLst>
            <pc:docMk/>
            <pc:sldMk cId="4055564597" sldId="259"/>
            <ac:spMk id="31" creationId="{71C434FF-6DF2-4AF1-FD9E-DE0024098081}"/>
          </ac:spMkLst>
        </pc:spChg>
        <pc:spChg chg="del">
          <ac:chgData name="Devang Doshi" userId="6d7c14442e64f2c8" providerId="LiveId" clId="{2C82210D-D3A9-4BCD-907E-9A5C3D30F3A8}" dt="2026-09-17T21:47:38.045" v="2534" actId="478"/>
          <ac:spMkLst>
            <pc:docMk/>
            <pc:sldMk cId="4055564597" sldId="259"/>
            <ac:spMk id="32" creationId="{E0318D19-F3F8-CD4F-CD7B-6A9CACD706F4}"/>
          </ac:spMkLst>
        </pc:spChg>
        <pc:spChg chg="del">
          <ac:chgData name="Devang Doshi" userId="6d7c14442e64f2c8" providerId="LiveId" clId="{2C82210D-D3A9-4BCD-907E-9A5C3D30F3A8}" dt="2026-09-17T21:47:57.439" v="2538" actId="478"/>
          <ac:spMkLst>
            <pc:docMk/>
            <pc:sldMk cId="4055564597" sldId="259"/>
            <ac:spMk id="34" creationId="{0F54987B-1E19-BEC2-DA2A-16B450198FAF}"/>
          </ac:spMkLst>
        </pc:spChg>
        <pc:spChg chg="add mod">
          <ac:chgData name="Devang Doshi" userId="6d7c14442e64f2c8" providerId="LiveId" clId="{2C82210D-D3A9-4BCD-907E-9A5C3D30F3A8}" dt="2026-09-17T22:02:06.389" v="2753" actId="207"/>
          <ac:spMkLst>
            <pc:docMk/>
            <pc:sldMk cId="4055564597" sldId="259"/>
            <ac:spMk id="35" creationId="{49E506BF-B534-8163-BD9D-795C4B438037}"/>
          </ac:spMkLst>
        </pc:spChg>
        <pc:spChg chg="del">
          <ac:chgData name="Devang Doshi" userId="6d7c14442e64f2c8" providerId="LiveId" clId="{2C82210D-D3A9-4BCD-907E-9A5C3D30F3A8}" dt="2026-09-17T21:47:52.896" v="2537" actId="478"/>
          <ac:spMkLst>
            <pc:docMk/>
            <pc:sldMk cId="4055564597" sldId="259"/>
            <ac:spMk id="36" creationId="{377EEFE1-4BE0-4EB7-27D8-08F03824E1EF}"/>
          </ac:spMkLst>
        </pc:spChg>
        <pc:spChg chg="del">
          <ac:chgData name="Devang Doshi" userId="6d7c14442e64f2c8" providerId="LiveId" clId="{2C82210D-D3A9-4BCD-907E-9A5C3D30F3A8}" dt="2026-09-17T21:47:50.784" v="2536" actId="478"/>
          <ac:spMkLst>
            <pc:docMk/>
            <pc:sldMk cId="4055564597" sldId="259"/>
            <ac:spMk id="38" creationId="{EC007450-BFE2-A427-C751-BC628155E078}"/>
          </ac:spMkLst>
        </pc:spChg>
        <pc:spChg chg="del">
          <ac:chgData name="Devang Doshi" userId="6d7c14442e64f2c8" providerId="LiveId" clId="{2C82210D-D3A9-4BCD-907E-9A5C3D30F3A8}" dt="2026-09-17T21:47:48.428" v="2535" actId="478"/>
          <ac:spMkLst>
            <pc:docMk/>
            <pc:sldMk cId="4055564597" sldId="259"/>
            <ac:spMk id="40" creationId="{E481FFE6-A666-C3B9-1825-45A7A958D8A6}"/>
          </ac:spMkLst>
        </pc:spChg>
        <pc:spChg chg="del">
          <ac:chgData name="Devang Doshi" userId="6d7c14442e64f2c8" providerId="LiveId" clId="{2C82210D-D3A9-4BCD-907E-9A5C3D30F3A8}" dt="2026-09-17T22:08:50.364" v="2811" actId="478"/>
          <ac:spMkLst>
            <pc:docMk/>
            <pc:sldMk cId="4055564597" sldId="259"/>
            <ac:spMk id="42" creationId="{8AFA8049-F6D0-4757-8B15-5A39D1AD07D7}"/>
          </ac:spMkLst>
        </pc:spChg>
        <pc:picChg chg="add mod">
          <ac:chgData name="Devang Doshi" userId="6d7c14442e64f2c8" providerId="LiveId" clId="{2C82210D-D3A9-4BCD-907E-9A5C3D30F3A8}" dt="2026-09-17T23:48:41.122" v="4084" actId="1076"/>
          <ac:picMkLst>
            <pc:docMk/>
            <pc:sldMk cId="4055564597" sldId="259"/>
            <ac:picMk id="3" creationId="{A21054CA-B710-A3FD-0311-8A6411D955D0}"/>
          </ac:picMkLst>
        </pc:picChg>
        <pc:picChg chg="add">
          <ac:chgData name="Devang Doshi" userId="6d7c14442e64f2c8" providerId="LiveId" clId="{2C82210D-D3A9-4BCD-907E-9A5C3D30F3A8}" dt="2026-09-17T23:48:50.064" v="4086"/>
          <ac:picMkLst>
            <pc:docMk/>
            <pc:sldMk cId="4055564597" sldId="259"/>
            <ac:picMk id="4" creationId="{9CEBA1CC-67AD-54AE-64D4-4B63FE7A4FFF}"/>
          </ac:picMkLst>
        </pc:picChg>
        <pc:picChg chg="add mod">
          <ac:chgData name="Devang Doshi" userId="6d7c14442e64f2c8" providerId="LiveId" clId="{2C82210D-D3A9-4BCD-907E-9A5C3D30F3A8}" dt="2026-09-17T23:48:46.951" v="4085" actId="1076"/>
          <ac:picMkLst>
            <pc:docMk/>
            <pc:sldMk cId="4055564597" sldId="259"/>
            <ac:picMk id="6" creationId="{03360D92-D4C6-70A2-C31D-07B70FA886F2}"/>
          </ac:picMkLst>
        </pc:picChg>
        <pc:picChg chg="add del mod">
          <ac:chgData name="Devang Doshi" userId="6d7c14442e64f2c8" providerId="LiveId" clId="{2C82210D-D3A9-4BCD-907E-9A5C3D30F3A8}" dt="2026-09-17T21:51:26.679" v="2584" actId="478"/>
          <ac:picMkLst>
            <pc:docMk/>
            <pc:sldMk cId="4055564597" sldId="259"/>
            <ac:picMk id="8" creationId="{736A08A9-27CE-222C-951A-22697111BF54}"/>
          </ac:picMkLst>
        </pc:picChg>
        <pc:picChg chg="del">
          <ac:chgData name="Devang Doshi" userId="6d7c14442e64f2c8" providerId="LiveId" clId="{2C82210D-D3A9-4BCD-907E-9A5C3D30F3A8}" dt="2026-09-17T21:47:38.045" v="2534" actId="478"/>
          <ac:picMkLst>
            <pc:docMk/>
            <pc:sldMk cId="4055564597" sldId="259"/>
            <ac:picMk id="12" creationId="{DEF3D700-141D-2FE7-01CA-FE280C702B3E}"/>
          </ac:picMkLst>
        </pc:picChg>
        <pc:picChg chg="add mod">
          <ac:chgData name="Devang Doshi" userId="6d7c14442e64f2c8" providerId="LiveId" clId="{2C82210D-D3A9-4BCD-907E-9A5C3D30F3A8}" dt="2026-09-17T23:48:25.656" v="4076" actId="1076"/>
          <ac:picMkLst>
            <pc:docMk/>
            <pc:sldMk cId="4055564597" sldId="259"/>
            <ac:picMk id="13" creationId="{1E8F68DE-DC0C-298E-0232-31C575190461}"/>
          </ac:picMkLst>
        </pc:picChg>
        <pc:picChg chg="add mod">
          <ac:chgData name="Devang Doshi" userId="6d7c14442e64f2c8" providerId="LiveId" clId="{2C82210D-D3A9-4BCD-907E-9A5C3D30F3A8}" dt="2026-09-17T22:01:17.401" v="2741" actId="1036"/>
          <ac:picMkLst>
            <pc:docMk/>
            <pc:sldMk cId="4055564597" sldId="259"/>
            <ac:picMk id="19" creationId="{01C7BDAB-225A-89CA-F5F1-6E3FA740CC22}"/>
          </ac:picMkLst>
        </pc:picChg>
        <pc:picChg chg="add del mod">
          <ac:chgData name="Devang Doshi" userId="6d7c14442e64f2c8" providerId="LiveId" clId="{2C82210D-D3A9-4BCD-907E-9A5C3D30F3A8}" dt="2026-09-17T21:52:19.152" v="2601" actId="478"/>
          <ac:picMkLst>
            <pc:docMk/>
            <pc:sldMk cId="4055564597" sldId="259"/>
            <ac:picMk id="21" creationId="{25010CF8-0A8C-9C68-93C8-AE68FAB3EA8B}"/>
          </ac:picMkLst>
        </pc:picChg>
        <pc:picChg chg="add del">
          <ac:chgData name="Devang Doshi" userId="6d7c14442e64f2c8" providerId="LiveId" clId="{2C82210D-D3A9-4BCD-907E-9A5C3D30F3A8}" dt="2026-09-17T21:53:01.687" v="2605" actId="22"/>
          <ac:picMkLst>
            <pc:docMk/>
            <pc:sldMk cId="4055564597" sldId="259"/>
            <ac:picMk id="23" creationId="{4021BADA-5707-B584-141A-D0CC3A75B7FB}"/>
          </ac:picMkLst>
        </pc:picChg>
      </pc:sldChg>
      <pc:sldChg chg="addSp delSp modSp add del mod">
        <pc:chgData name="Devang Doshi" userId="6d7c14442e64f2c8" providerId="LiveId" clId="{2C82210D-D3A9-4BCD-907E-9A5C3D30F3A8}" dt="2026-09-17T21:01:25.979" v="1818" actId="47"/>
        <pc:sldMkLst>
          <pc:docMk/>
          <pc:sldMk cId="1174573560" sldId="260"/>
        </pc:sldMkLst>
      </pc:sldChg>
      <pc:sldChg chg="addSp delSp modSp add mod">
        <pc:chgData name="Devang Doshi" userId="6d7c14442e64f2c8" providerId="LiveId" clId="{2C82210D-D3A9-4BCD-907E-9A5C3D30F3A8}" dt="2026-09-17T23:46:53.649" v="4065" actId="1076"/>
        <pc:sldMkLst>
          <pc:docMk/>
          <pc:sldMk cId="3232581474" sldId="260"/>
        </pc:sldMkLst>
        <pc:spChg chg="add del mod">
          <ac:chgData name="Devang Doshi" userId="6d7c14442e64f2c8" providerId="LiveId" clId="{2C82210D-D3A9-4BCD-907E-9A5C3D30F3A8}" dt="2026-09-17T22:08:56.972" v="2812" actId="478"/>
          <ac:spMkLst>
            <pc:docMk/>
            <pc:sldMk cId="3232581474" sldId="260"/>
            <ac:spMk id="3" creationId="{7B067298-99D3-6B14-E9E2-A21D90577C84}"/>
          </ac:spMkLst>
        </pc:spChg>
        <pc:spChg chg="mod">
          <ac:chgData name="Devang Doshi" userId="6d7c14442e64f2c8" providerId="LiveId" clId="{2C82210D-D3A9-4BCD-907E-9A5C3D30F3A8}" dt="2026-09-17T21:53:28.111" v="2633" actId="20577"/>
          <ac:spMkLst>
            <pc:docMk/>
            <pc:sldMk cId="3232581474" sldId="260"/>
            <ac:spMk id="4" creationId="{2EB75C1F-0766-54FE-5C4F-2BB7B26AA5DD}"/>
          </ac:spMkLst>
        </pc:spChg>
        <pc:spChg chg="add del">
          <ac:chgData name="Devang Doshi" userId="6d7c14442e64f2c8" providerId="LiveId" clId="{2C82210D-D3A9-4BCD-907E-9A5C3D30F3A8}" dt="2026-09-17T22:12:19.623" v="2889" actId="22"/>
          <ac:spMkLst>
            <pc:docMk/>
            <pc:sldMk cId="3232581474" sldId="260"/>
            <ac:spMk id="5" creationId="{E44011B4-887F-AE97-0917-A3D3F85D14C3}"/>
          </ac:spMkLst>
        </pc:spChg>
        <pc:spChg chg="add mod ord">
          <ac:chgData name="Devang Doshi" userId="6d7c14442e64f2c8" providerId="LiveId" clId="{2C82210D-D3A9-4BCD-907E-9A5C3D30F3A8}" dt="2026-09-17T23:45:52.820" v="4059" actId="27636"/>
          <ac:spMkLst>
            <pc:docMk/>
            <pc:sldMk cId="3232581474" sldId="260"/>
            <ac:spMk id="6" creationId="{7F06DE0F-CC7F-FD74-5048-D79252B0B42A}"/>
          </ac:spMkLst>
        </pc:spChg>
        <pc:spChg chg="del">
          <ac:chgData name="Devang Doshi" userId="6d7c14442e64f2c8" providerId="LiveId" clId="{2C82210D-D3A9-4BCD-907E-9A5C3D30F3A8}" dt="2026-09-17T21:53:58.578" v="2637" actId="478"/>
          <ac:spMkLst>
            <pc:docMk/>
            <pc:sldMk cId="3232581474" sldId="260"/>
            <ac:spMk id="8" creationId="{641CF2E9-C27C-06C1-1FB8-ABF5EB19538B}"/>
          </ac:spMkLst>
        </pc:spChg>
        <pc:spChg chg="add del">
          <ac:chgData name="Devang Doshi" userId="6d7c14442e64f2c8" providerId="LiveId" clId="{2C82210D-D3A9-4BCD-907E-9A5C3D30F3A8}" dt="2026-09-17T21:54:19.464" v="2639" actId="478"/>
          <ac:spMkLst>
            <pc:docMk/>
            <pc:sldMk cId="3232581474" sldId="260"/>
            <ac:spMk id="10" creationId="{9597937D-5827-8905-6546-BD8B5CA73941}"/>
          </ac:spMkLst>
        </pc:spChg>
        <pc:spChg chg="add del">
          <ac:chgData name="Devang Doshi" userId="6d7c14442e64f2c8" providerId="LiveId" clId="{2C82210D-D3A9-4BCD-907E-9A5C3D30F3A8}" dt="2026-09-17T21:57:00.171" v="2664" actId="22"/>
          <ac:spMkLst>
            <pc:docMk/>
            <pc:sldMk cId="3232581474" sldId="260"/>
            <ac:spMk id="12" creationId="{9ABDFD81-7D51-C050-CA62-A5381E691AD3}"/>
          </ac:spMkLst>
        </pc:spChg>
        <pc:spChg chg="add del">
          <ac:chgData name="Devang Doshi" userId="6d7c14442e64f2c8" providerId="LiveId" clId="{2C82210D-D3A9-4BCD-907E-9A5C3D30F3A8}" dt="2026-09-17T21:57:03.820" v="2666" actId="22"/>
          <ac:spMkLst>
            <pc:docMk/>
            <pc:sldMk cId="3232581474" sldId="260"/>
            <ac:spMk id="14" creationId="{3E674152-1F07-CB8A-DC77-42784BECAFFC}"/>
          </ac:spMkLst>
        </pc:spChg>
        <pc:graphicFrameChg chg="del">
          <ac:chgData name="Devang Doshi" userId="6d7c14442e64f2c8" providerId="LiveId" clId="{2C82210D-D3A9-4BCD-907E-9A5C3D30F3A8}" dt="2026-09-17T21:53:31.159" v="2634" actId="478"/>
          <ac:graphicFrameMkLst>
            <pc:docMk/>
            <pc:sldMk cId="3232581474" sldId="260"/>
            <ac:graphicFrameMk id="7" creationId="{1D9B763A-9452-FA55-75A2-B803AF83F3AF}"/>
          </ac:graphicFrameMkLst>
        </pc:graphicFrameChg>
        <pc:picChg chg="add mod">
          <ac:chgData name="Devang Doshi" userId="6d7c14442e64f2c8" providerId="LiveId" clId="{2C82210D-D3A9-4BCD-907E-9A5C3D30F3A8}" dt="2026-09-17T23:46:53.649" v="4065" actId="1076"/>
          <ac:picMkLst>
            <pc:docMk/>
            <pc:sldMk cId="3232581474" sldId="260"/>
            <ac:picMk id="8" creationId="{8962A742-19B8-0A07-F5B7-2C389C5EB476}"/>
          </ac:picMkLst>
        </pc:picChg>
      </pc:sldChg>
      <pc:sldChg chg="addSp delSp modSp add mod">
        <pc:chgData name="Devang Doshi" userId="6d7c14442e64f2c8" providerId="LiveId" clId="{2C82210D-D3A9-4BCD-907E-9A5C3D30F3A8}" dt="2026-09-17T22:08:39.563" v="2809" actId="478"/>
        <pc:sldMkLst>
          <pc:docMk/>
          <pc:sldMk cId="3289186809" sldId="261"/>
        </pc:sldMkLst>
        <pc:spChg chg="del mod">
          <ac:chgData name="Devang Doshi" userId="6d7c14442e64f2c8" providerId="LiveId" clId="{2C82210D-D3A9-4BCD-907E-9A5C3D30F3A8}" dt="2026-09-17T22:08:39.563" v="2809" actId="478"/>
          <ac:spMkLst>
            <pc:docMk/>
            <pc:sldMk cId="3289186809" sldId="261"/>
            <ac:spMk id="3" creationId="{752A684B-6AEE-76A0-4488-6E3F4CA27713}"/>
          </ac:spMkLst>
        </pc:spChg>
        <pc:spChg chg="mod">
          <ac:chgData name="Devang Doshi" userId="6d7c14442e64f2c8" providerId="LiveId" clId="{2C82210D-D3A9-4BCD-907E-9A5C3D30F3A8}" dt="2026-09-17T21:58:07.827" v="2691" actId="20577"/>
          <ac:spMkLst>
            <pc:docMk/>
            <pc:sldMk cId="3289186809" sldId="261"/>
            <ac:spMk id="4" creationId="{E9DD25BA-29E8-2B43-0CB0-CF9F07964751}"/>
          </ac:spMkLst>
        </pc:spChg>
        <pc:spChg chg="add mod">
          <ac:chgData name="Devang Doshi" userId="6d7c14442e64f2c8" providerId="LiveId" clId="{2C82210D-D3A9-4BCD-907E-9A5C3D30F3A8}" dt="2026-09-17T22:05:43.733" v="2773" actId="207"/>
          <ac:spMkLst>
            <pc:docMk/>
            <pc:sldMk cId="3289186809" sldId="261"/>
            <ac:spMk id="5" creationId="{C1A3BDB8-C67C-6E0D-E555-13E4694315AA}"/>
          </ac:spMkLst>
        </pc:spChg>
        <pc:spChg chg="mod">
          <ac:chgData name="Devang Doshi" userId="6d7c14442e64f2c8" providerId="LiveId" clId="{2C82210D-D3A9-4BCD-907E-9A5C3D30F3A8}" dt="2026-09-17T22:04:44.377" v="2764" actId="14100"/>
          <ac:spMkLst>
            <pc:docMk/>
            <pc:sldMk cId="3289186809" sldId="261"/>
            <ac:spMk id="6" creationId="{AD777AC2-BB6A-14B1-B9E8-5CC35AA1007F}"/>
          </ac:spMkLst>
        </pc:spChg>
        <pc:spChg chg="add mod">
          <ac:chgData name="Devang Doshi" userId="6d7c14442e64f2c8" providerId="LiveId" clId="{2C82210D-D3A9-4BCD-907E-9A5C3D30F3A8}" dt="2026-09-17T22:05:59.078" v="2776" actId="1076"/>
          <ac:spMkLst>
            <pc:docMk/>
            <pc:sldMk cId="3289186809" sldId="261"/>
            <ac:spMk id="8" creationId="{738A4E98-953D-CAEA-94E8-AC0150C6894A}"/>
          </ac:spMkLst>
        </pc:spChg>
      </pc:sldChg>
      <pc:sldChg chg="addSp delSp modSp add del mod">
        <pc:chgData name="Devang Doshi" userId="6d7c14442e64f2c8" providerId="LiveId" clId="{2C82210D-D3A9-4BCD-907E-9A5C3D30F3A8}" dt="2026-09-17T21:01:25.979" v="1818" actId="47"/>
        <pc:sldMkLst>
          <pc:docMk/>
          <pc:sldMk cId="3786444972" sldId="261"/>
        </pc:sldMkLst>
      </pc:sldChg>
      <pc:sldChg chg="addSp delSp modSp new mod ord modClrScheme chgLayout">
        <pc:chgData name="Devang Doshi" userId="6d7c14442e64f2c8" providerId="LiveId" clId="{2C82210D-D3A9-4BCD-907E-9A5C3D30F3A8}" dt="2026-09-17T22:48:24.447" v="3873"/>
        <pc:sldMkLst>
          <pc:docMk/>
          <pc:sldMk cId="197578775" sldId="262"/>
        </pc:sldMkLst>
        <pc:spChg chg="del mod ord">
          <ac:chgData name="Devang Doshi" userId="6d7c14442e64f2c8" providerId="LiveId" clId="{2C82210D-D3A9-4BCD-907E-9A5C3D30F3A8}" dt="2026-09-17T22:46:32.068" v="3831" actId="478"/>
          <ac:spMkLst>
            <pc:docMk/>
            <pc:sldMk cId="197578775" sldId="262"/>
            <ac:spMk id="2" creationId="{59B2C1BE-9BDB-4EEF-8D34-9E38121D1EE2}"/>
          </ac:spMkLst>
        </pc:spChg>
        <pc:spChg chg="del mod ord">
          <ac:chgData name="Devang Doshi" userId="6d7c14442e64f2c8" providerId="LiveId" clId="{2C82210D-D3A9-4BCD-907E-9A5C3D30F3A8}" dt="2026-09-17T22:46:29.592" v="3830" actId="21"/>
          <ac:spMkLst>
            <pc:docMk/>
            <pc:sldMk cId="197578775" sldId="262"/>
            <ac:spMk id="3" creationId="{4109ED6C-C117-D157-32DC-38C87440200C}"/>
          </ac:spMkLst>
        </pc:spChg>
        <pc:spChg chg="add mod">
          <ac:chgData name="Devang Doshi" userId="6d7c14442e64f2c8" providerId="LiveId" clId="{2C82210D-D3A9-4BCD-907E-9A5C3D30F3A8}" dt="2026-09-17T22:48:04.049" v="3871" actId="20577"/>
          <ac:spMkLst>
            <pc:docMk/>
            <pc:sldMk cId="197578775" sldId="262"/>
            <ac:spMk id="7" creationId="{5492A61C-388A-CC65-62E6-65AE74352250}"/>
          </ac:spMkLst>
        </pc:spChg>
        <pc:spChg chg="add del mod">
          <ac:chgData name="Devang Doshi" userId="6d7c14442e64f2c8" providerId="LiveId" clId="{2C82210D-D3A9-4BCD-907E-9A5C3D30F3A8}" dt="2026-09-17T22:46:33.951" v="3832"/>
          <ac:spMkLst>
            <pc:docMk/>
            <pc:sldMk cId="197578775" sldId="262"/>
            <ac:spMk id="9" creationId="{DBAF3AE0-46B6-1730-6649-08D4C9C6143D}"/>
          </ac:spMkLst>
        </pc:spChg>
        <pc:spChg chg="add mod">
          <ac:chgData name="Devang Doshi" userId="6d7c14442e64f2c8" providerId="LiveId" clId="{2C82210D-D3A9-4BCD-907E-9A5C3D30F3A8}" dt="2026-09-17T22:47:47.218" v="3862"/>
          <ac:spMkLst>
            <pc:docMk/>
            <pc:sldMk cId="197578775" sldId="262"/>
            <ac:spMk id="10" creationId="{4109ED6C-C117-D157-32DC-38C87440200C}"/>
          </ac:spMkLst>
        </pc:spChg>
        <pc:spChg chg="add del mod">
          <ac:chgData name="Devang Doshi" userId="6d7c14442e64f2c8" providerId="LiveId" clId="{2C82210D-D3A9-4BCD-907E-9A5C3D30F3A8}" dt="2026-09-17T22:47:42.786" v="3860" actId="478"/>
          <ac:spMkLst>
            <pc:docMk/>
            <pc:sldMk cId="197578775" sldId="262"/>
            <ac:spMk id="11" creationId="{006ED082-0024-2833-55FA-4C73EBC78D1B}"/>
          </ac:spMkLst>
        </pc:spChg>
        <pc:cxnChg chg="add del mod">
          <ac:chgData name="Devang Doshi" userId="6d7c14442e64f2c8" providerId="LiveId" clId="{2C82210D-D3A9-4BCD-907E-9A5C3D30F3A8}" dt="2026-09-17T22:46:59.391" v="3847" actId="478"/>
          <ac:cxnSpMkLst>
            <pc:docMk/>
            <pc:sldMk cId="197578775" sldId="262"/>
            <ac:cxnSpMk id="5" creationId="{13F36127-C2F4-74A0-3E8A-009E6AD90089}"/>
          </ac:cxnSpMkLst>
        </pc:cxnChg>
      </pc:sldChg>
      <pc:sldChg chg="addSp delSp modSp add del mod">
        <pc:chgData name="Devang Doshi" userId="6d7c14442e64f2c8" providerId="LiveId" clId="{2C82210D-D3A9-4BCD-907E-9A5C3D30F3A8}" dt="2026-09-17T21:01:25.979" v="1818" actId="47"/>
        <pc:sldMkLst>
          <pc:docMk/>
          <pc:sldMk cId="2263618033" sldId="262"/>
        </pc:sldMkLst>
      </pc:sldChg>
      <pc:sldChg chg="addSp delSp modSp add mod">
        <pc:chgData name="Devang Doshi" userId="6d7c14442e64f2c8" providerId="LiveId" clId="{2C82210D-D3A9-4BCD-907E-9A5C3D30F3A8}" dt="2026-09-17T23:51:40.178" v="4102" actId="6549"/>
        <pc:sldMkLst>
          <pc:docMk/>
          <pc:sldMk cId="2768986080" sldId="263"/>
        </pc:sldMkLst>
        <pc:spChg chg="add mod">
          <ac:chgData name="Devang Doshi" userId="6d7c14442e64f2c8" providerId="LiveId" clId="{2C82210D-D3A9-4BCD-907E-9A5C3D30F3A8}" dt="2026-09-17T23:50:56.960" v="4100" actId="14100"/>
          <ac:spMkLst>
            <pc:docMk/>
            <pc:sldMk cId="2768986080" sldId="263"/>
            <ac:spMk id="3" creationId="{5B94E914-2DD8-3546-A6C2-0CBFB1DF4CB2}"/>
          </ac:spMkLst>
        </pc:spChg>
        <pc:spChg chg="mod">
          <ac:chgData name="Devang Doshi" userId="6d7c14442e64f2c8" providerId="LiveId" clId="{2C82210D-D3A9-4BCD-907E-9A5C3D30F3A8}" dt="2026-09-17T22:09:17.897" v="2848" actId="20577"/>
          <ac:spMkLst>
            <pc:docMk/>
            <pc:sldMk cId="2768986080" sldId="263"/>
            <ac:spMk id="4" creationId="{D9FD8BE3-1E3A-5ADE-E542-957C295C6B2B}"/>
          </ac:spMkLst>
        </pc:spChg>
        <pc:spChg chg="del">
          <ac:chgData name="Devang Doshi" userId="6d7c14442e64f2c8" providerId="LiveId" clId="{2C82210D-D3A9-4BCD-907E-9A5C3D30F3A8}" dt="2026-09-17T22:11:06.338" v="2876" actId="478"/>
          <ac:spMkLst>
            <pc:docMk/>
            <pc:sldMk cId="2768986080" sldId="263"/>
            <ac:spMk id="5" creationId="{517A4CE2-061B-8BA9-184E-855B9064C0A9}"/>
          </ac:spMkLst>
        </pc:spChg>
        <pc:spChg chg="mod">
          <ac:chgData name="Devang Doshi" userId="6d7c14442e64f2c8" providerId="LiveId" clId="{2C82210D-D3A9-4BCD-907E-9A5C3D30F3A8}" dt="2026-09-17T22:14:41.605" v="3133" actId="1076"/>
          <ac:spMkLst>
            <pc:docMk/>
            <pc:sldMk cId="2768986080" sldId="263"/>
            <ac:spMk id="6" creationId="{FD5B4EEE-3E22-94BF-BBF7-B31E8F894BE9}"/>
          </ac:spMkLst>
        </pc:spChg>
        <pc:spChg chg="del">
          <ac:chgData name="Devang Doshi" userId="6d7c14442e64f2c8" providerId="LiveId" clId="{2C82210D-D3A9-4BCD-907E-9A5C3D30F3A8}" dt="2026-09-17T22:11:04.235" v="2875" actId="478"/>
          <ac:spMkLst>
            <pc:docMk/>
            <pc:sldMk cId="2768986080" sldId="263"/>
            <ac:spMk id="8" creationId="{8CB27872-1D49-2805-6F27-644B07D7E8A5}"/>
          </ac:spMkLst>
        </pc:spChg>
        <pc:spChg chg="add mod">
          <ac:chgData name="Devang Doshi" userId="6d7c14442e64f2c8" providerId="LiveId" clId="{2C82210D-D3A9-4BCD-907E-9A5C3D30F3A8}" dt="2026-09-17T23:51:40.178" v="4102" actId="6549"/>
          <ac:spMkLst>
            <pc:docMk/>
            <pc:sldMk cId="2768986080" sldId="263"/>
            <ac:spMk id="9" creationId="{F2A3A906-C490-9113-8BA7-A349E2F43009}"/>
          </ac:spMkLst>
        </pc:spChg>
        <pc:spChg chg="add mod">
          <ac:chgData name="Devang Doshi" userId="6d7c14442e64f2c8" providerId="LiveId" clId="{2C82210D-D3A9-4BCD-907E-9A5C3D30F3A8}" dt="2026-09-17T22:13:57.044" v="3082" actId="20577"/>
          <ac:spMkLst>
            <pc:docMk/>
            <pc:sldMk cId="2768986080" sldId="263"/>
            <ac:spMk id="11" creationId="{5CF43C1C-2F69-3D19-E7E2-6A0A0B3CAE17}"/>
          </ac:spMkLst>
        </pc:spChg>
        <pc:spChg chg="add mod">
          <ac:chgData name="Devang Doshi" userId="6d7c14442e64f2c8" providerId="LiveId" clId="{2C82210D-D3A9-4BCD-907E-9A5C3D30F3A8}" dt="2026-09-17T22:14:39.776" v="3132" actId="20577"/>
          <ac:spMkLst>
            <pc:docMk/>
            <pc:sldMk cId="2768986080" sldId="263"/>
            <ac:spMk id="13" creationId="{919949DC-B2E6-E6D5-4D7F-2588BFF4E745}"/>
          </ac:spMkLst>
        </pc:spChg>
      </pc:sldChg>
      <pc:sldChg chg="addSp delSp modSp add del mod">
        <pc:chgData name="Devang Doshi" userId="6d7c14442e64f2c8" providerId="LiveId" clId="{2C82210D-D3A9-4BCD-907E-9A5C3D30F3A8}" dt="2026-09-17T21:01:25.979" v="1818" actId="47"/>
        <pc:sldMkLst>
          <pc:docMk/>
          <pc:sldMk cId="4052692861" sldId="263"/>
        </pc:sldMkLst>
      </pc:sldChg>
      <pc:sldChg chg="addSp delSp modSp add del mod">
        <pc:chgData name="Devang Doshi" userId="6d7c14442e64f2c8" providerId="LiveId" clId="{2C82210D-D3A9-4BCD-907E-9A5C3D30F3A8}" dt="2026-09-17T21:01:25.979" v="1818" actId="47"/>
        <pc:sldMkLst>
          <pc:docMk/>
          <pc:sldMk cId="799835589" sldId="264"/>
        </pc:sldMkLst>
      </pc:sldChg>
      <pc:sldChg chg="addSp delSp modSp new mod">
        <pc:chgData name="Devang Doshi" userId="6d7c14442e64f2c8" providerId="LiveId" clId="{2C82210D-D3A9-4BCD-907E-9A5C3D30F3A8}" dt="2026-09-17T23:56:33.067" v="4139" actId="20577"/>
        <pc:sldMkLst>
          <pc:docMk/>
          <pc:sldMk cId="2415973638" sldId="264"/>
        </pc:sldMkLst>
        <pc:spChg chg="mod">
          <ac:chgData name="Devang Doshi" userId="6d7c14442e64f2c8" providerId="LiveId" clId="{2C82210D-D3A9-4BCD-907E-9A5C3D30F3A8}" dt="2026-09-17T23:56:33.067" v="4139" actId="20577"/>
          <ac:spMkLst>
            <pc:docMk/>
            <pc:sldMk cId="2415973638" sldId="264"/>
            <ac:spMk id="2" creationId="{C2E5F8DD-F8F6-6C7E-0EB1-733E352054E7}"/>
          </ac:spMkLst>
        </pc:spChg>
        <pc:spChg chg="del mod">
          <ac:chgData name="Devang Doshi" userId="6d7c14442e64f2c8" providerId="LiveId" clId="{2C82210D-D3A9-4BCD-907E-9A5C3D30F3A8}" dt="2026-09-17T22:17:07.871" v="3180" actId="3680"/>
          <ac:spMkLst>
            <pc:docMk/>
            <pc:sldMk cId="2415973638" sldId="264"/>
            <ac:spMk id="3" creationId="{C8A23018-A99F-9D13-E48B-46B1F7619CA1}"/>
          </ac:spMkLst>
        </pc:spChg>
        <pc:spChg chg="add mod">
          <ac:chgData name="Devang Doshi" userId="6d7c14442e64f2c8" providerId="LiveId" clId="{2C82210D-D3A9-4BCD-907E-9A5C3D30F3A8}" dt="2026-09-17T22:23:18.492" v="3581" actId="14100"/>
          <ac:spMkLst>
            <pc:docMk/>
            <pc:sldMk cId="2415973638" sldId="264"/>
            <ac:spMk id="6" creationId="{6FB86705-8EEE-CC8C-BD78-5BF59586E580}"/>
          </ac:spMkLst>
        </pc:spChg>
        <pc:spChg chg="add mod">
          <ac:chgData name="Devang Doshi" userId="6d7c14442e64f2c8" providerId="LiveId" clId="{2C82210D-D3A9-4BCD-907E-9A5C3D30F3A8}" dt="2026-09-17T22:23:36.676" v="3585" actId="14100"/>
          <ac:spMkLst>
            <pc:docMk/>
            <pc:sldMk cId="2415973638" sldId="264"/>
            <ac:spMk id="8" creationId="{E4FCCA3C-4FBF-9D46-E50A-766AC175933E}"/>
          </ac:spMkLst>
        </pc:spChg>
        <pc:graphicFrameChg chg="add mod ord modGraphic">
          <ac:chgData name="Devang Doshi" userId="6d7c14442e64f2c8" providerId="LiveId" clId="{2C82210D-D3A9-4BCD-907E-9A5C3D30F3A8}" dt="2026-09-17T23:52:31.409" v="4113" actId="20577"/>
          <ac:graphicFrameMkLst>
            <pc:docMk/>
            <pc:sldMk cId="2415973638" sldId="264"/>
            <ac:graphicFrameMk id="4" creationId="{583BE545-9075-DA95-2E6E-F28382A6C907}"/>
          </ac:graphicFrameMkLst>
        </pc:graphicFrameChg>
      </pc:sldChg>
      <pc:sldChg chg="modSp new mod">
        <pc:chgData name="Devang Doshi" userId="6d7c14442e64f2c8" providerId="LiveId" clId="{2C82210D-D3A9-4BCD-907E-9A5C3D30F3A8}" dt="2026-09-17T23:53:46.566" v="4131" actId="20577"/>
        <pc:sldMkLst>
          <pc:docMk/>
          <pc:sldMk cId="587411194" sldId="265"/>
        </pc:sldMkLst>
        <pc:spChg chg="mod">
          <ac:chgData name="Devang Doshi" userId="6d7c14442e64f2c8" providerId="LiveId" clId="{2C82210D-D3A9-4BCD-907E-9A5C3D30F3A8}" dt="2026-09-17T22:32:10.849" v="3600" actId="20577"/>
          <ac:spMkLst>
            <pc:docMk/>
            <pc:sldMk cId="587411194" sldId="265"/>
            <ac:spMk id="2" creationId="{35CC6929-5D18-5762-EEDB-ABB44C239B01}"/>
          </ac:spMkLst>
        </pc:spChg>
        <pc:spChg chg="mod">
          <ac:chgData name="Devang Doshi" userId="6d7c14442e64f2c8" providerId="LiveId" clId="{2C82210D-D3A9-4BCD-907E-9A5C3D30F3A8}" dt="2026-09-17T23:53:46.566" v="4131" actId="20577"/>
          <ac:spMkLst>
            <pc:docMk/>
            <pc:sldMk cId="587411194" sldId="265"/>
            <ac:spMk id="3" creationId="{0628B24A-5CC8-C14E-EB80-08AB1E5006E0}"/>
          </ac:spMkLst>
        </pc:spChg>
      </pc:sldChg>
      <pc:sldChg chg="addSp delSp modSp add del mod">
        <pc:chgData name="Devang Doshi" userId="6d7c14442e64f2c8" providerId="LiveId" clId="{2C82210D-D3A9-4BCD-907E-9A5C3D30F3A8}" dt="2026-09-17T21:01:25.979" v="1818" actId="47"/>
        <pc:sldMkLst>
          <pc:docMk/>
          <pc:sldMk cId="4231617204" sldId="265"/>
        </pc:sldMkLst>
      </pc:sldChg>
      <pc:sldChg chg="addSp modSp new mod">
        <pc:chgData name="Devang Doshi" userId="6d7c14442e64f2c8" providerId="LiveId" clId="{2C82210D-D3A9-4BCD-907E-9A5C3D30F3A8}" dt="2026-09-17T23:55:14.895" v="4138" actId="1076"/>
        <pc:sldMkLst>
          <pc:docMk/>
          <pc:sldMk cId="1144769670" sldId="266"/>
        </pc:sldMkLst>
        <pc:spChg chg="mod">
          <ac:chgData name="Devang Doshi" userId="6d7c14442e64f2c8" providerId="LiveId" clId="{2C82210D-D3A9-4BCD-907E-9A5C3D30F3A8}" dt="2026-09-17T22:34:34.561" v="3646" actId="20577"/>
          <ac:spMkLst>
            <pc:docMk/>
            <pc:sldMk cId="1144769670" sldId="266"/>
            <ac:spMk id="2" creationId="{74349CFA-AEDB-0BC6-D47B-5BBBD34FA161}"/>
          </ac:spMkLst>
        </pc:spChg>
        <pc:spChg chg="mod">
          <ac:chgData name="Devang Doshi" userId="6d7c14442e64f2c8" providerId="LiveId" clId="{2C82210D-D3A9-4BCD-907E-9A5C3D30F3A8}" dt="2026-09-17T23:54:55.020" v="4133" actId="14100"/>
          <ac:spMkLst>
            <pc:docMk/>
            <pc:sldMk cId="1144769670" sldId="266"/>
            <ac:spMk id="3" creationId="{54BE1527-2350-F831-CF23-2BE59D667B4A}"/>
          </ac:spMkLst>
        </pc:spChg>
        <pc:picChg chg="add mod">
          <ac:chgData name="Devang Doshi" userId="6d7c14442e64f2c8" providerId="LiveId" clId="{2C82210D-D3A9-4BCD-907E-9A5C3D30F3A8}" dt="2026-09-17T23:55:14.895" v="4138" actId="1076"/>
          <ac:picMkLst>
            <pc:docMk/>
            <pc:sldMk cId="1144769670" sldId="266"/>
            <ac:picMk id="5" creationId="{96601648-25FC-5C20-BAF4-07836B6A5095}"/>
          </ac:picMkLst>
        </pc:picChg>
      </pc:sldChg>
      <pc:sldChg chg="addSp delSp modSp new del mod">
        <pc:chgData name="Devang Doshi" userId="6d7c14442e64f2c8" providerId="LiveId" clId="{2C82210D-D3A9-4BCD-907E-9A5C3D30F3A8}" dt="2026-09-17T21:01:25.979" v="1818" actId="47"/>
        <pc:sldMkLst>
          <pc:docMk/>
          <pc:sldMk cId="1766909376" sldId="266"/>
        </pc:sldMkLst>
      </pc:sldChg>
      <pc:sldChg chg="addSp modSp new mod">
        <pc:chgData name="Devang Doshi" userId="6d7c14442e64f2c8" providerId="LiveId" clId="{2C82210D-D3A9-4BCD-907E-9A5C3D30F3A8}" dt="2026-09-17T22:41:41.359" v="3827" actId="14100"/>
        <pc:sldMkLst>
          <pc:docMk/>
          <pc:sldMk cId="975247516" sldId="267"/>
        </pc:sldMkLst>
        <pc:spChg chg="mod">
          <ac:chgData name="Devang Doshi" userId="6d7c14442e64f2c8" providerId="LiveId" clId="{2C82210D-D3A9-4BCD-907E-9A5C3D30F3A8}" dt="2026-09-17T22:37:34.600" v="3685" actId="20577"/>
          <ac:spMkLst>
            <pc:docMk/>
            <pc:sldMk cId="975247516" sldId="267"/>
            <ac:spMk id="2" creationId="{42D3E0F5-9DB8-B384-3230-8347B5733707}"/>
          </ac:spMkLst>
        </pc:spChg>
        <pc:spChg chg="mod">
          <ac:chgData name="Devang Doshi" userId="6d7c14442e64f2c8" providerId="LiveId" clId="{2C82210D-D3A9-4BCD-907E-9A5C3D30F3A8}" dt="2026-09-17T22:41:30.128" v="3824" actId="20577"/>
          <ac:spMkLst>
            <pc:docMk/>
            <pc:sldMk cId="975247516" sldId="267"/>
            <ac:spMk id="3" creationId="{D64803DC-8EF3-DDF2-E33E-4927BF9F1012}"/>
          </ac:spMkLst>
        </pc:spChg>
        <pc:graphicFrameChg chg="add mod modGraphic">
          <ac:chgData name="Devang Doshi" userId="6d7c14442e64f2c8" providerId="LiveId" clId="{2C82210D-D3A9-4BCD-907E-9A5C3D30F3A8}" dt="2026-09-17T22:41:41.359" v="3827" actId="14100"/>
          <ac:graphicFrameMkLst>
            <pc:docMk/>
            <pc:sldMk cId="975247516" sldId="267"/>
            <ac:graphicFrameMk id="4" creationId="{C5D12E5B-6D37-54D5-92E5-226262065996}"/>
          </ac:graphicFrameMkLst>
        </pc:graphicFrameChg>
      </pc:sldChg>
      <pc:sldChg chg="addSp delSp modSp new del mod modClrScheme chgLayout">
        <pc:chgData name="Devang Doshi" userId="6d7c14442e64f2c8" providerId="LiveId" clId="{2C82210D-D3A9-4BCD-907E-9A5C3D30F3A8}" dt="2026-09-17T21:01:25.979" v="1818" actId="47"/>
        <pc:sldMkLst>
          <pc:docMk/>
          <pc:sldMk cId="3529835903" sldId="267"/>
        </pc:sldMkLst>
      </pc:sldChg>
      <pc:sldChg chg="addSp modSp new mod modClrScheme chgLayout">
        <pc:chgData name="Devang Doshi" userId="6d7c14442e64f2c8" providerId="LiveId" clId="{2C82210D-D3A9-4BCD-907E-9A5C3D30F3A8}" dt="2026-09-17T23:56:56.538" v="4140" actId="20577"/>
        <pc:sldMkLst>
          <pc:docMk/>
          <pc:sldMk cId="1225886667" sldId="268"/>
        </pc:sldMkLst>
        <pc:spChg chg="mod">
          <ac:chgData name="Devang Doshi" userId="6d7c14442e64f2c8" providerId="LiveId" clId="{2C82210D-D3A9-4BCD-907E-9A5C3D30F3A8}" dt="2026-09-17T23:56:56.538" v="4140" actId="20577"/>
          <ac:spMkLst>
            <pc:docMk/>
            <pc:sldMk cId="1225886667" sldId="268"/>
            <ac:spMk id="2" creationId="{CC3A20F6-EE97-0F96-E103-FFD0FD5564EB}"/>
          </ac:spMkLst>
        </pc:spChg>
        <pc:spChg chg="mod">
          <ac:chgData name="Devang Doshi" userId="6d7c14442e64f2c8" providerId="LiveId" clId="{2C82210D-D3A9-4BCD-907E-9A5C3D30F3A8}" dt="2026-09-17T23:38:31.770" v="3938" actId="6549"/>
          <ac:spMkLst>
            <pc:docMk/>
            <pc:sldMk cId="1225886667" sldId="268"/>
            <ac:spMk id="3" creationId="{40BBD57E-B222-CAE9-5F16-C06CBDEC3161}"/>
          </ac:spMkLst>
        </pc:spChg>
        <pc:picChg chg="add mod">
          <ac:chgData name="Devang Doshi" userId="6d7c14442e64f2c8" providerId="LiveId" clId="{2C82210D-D3A9-4BCD-907E-9A5C3D30F3A8}" dt="2026-09-17T23:38:12.460" v="3934" actId="1076"/>
          <ac:picMkLst>
            <pc:docMk/>
            <pc:sldMk cId="1225886667" sldId="268"/>
            <ac:picMk id="5" creationId="{BBE6439B-F8C8-2521-4C6D-2DC94F394CAF}"/>
          </ac:picMkLst>
        </pc:picChg>
      </pc:sldChg>
      <pc:sldChg chg="addSp delSp modSp new del mod">
        <pc:chgData name="Devang Doshi" userId="6d7c14442e64f2c8" providerId="LiveId" clId="{2C82210D-D3A9-4BCD-907E-9A5C3D30F3A8}" dt="2026-09-17T21:01:25.979" v="1818" actId="47"/>
        <pc:sldMkLst>
          <pc:docMk/>
          <pc:sldMk cId="2266444276" sldId="268"/>
        </pc:sldMkLst>
      </pc:sldChg>
      <pc:sldChg chg="addSp delSp modSp new mod modClrScheme chgLayout">
        <pc:chgData name="Devang Doshi" userId="6d7c14442e64f2c8" providerId="LiveId" clId="{2C82210D-D3A9-4BCD-907E-9A5C3D30F3A8}" dt="2026-09-17T23:42:42.794" v="3999" actId="20577"/>
        <pc:sldMkLst>
          <pc:docMk/>
          <pc:sldMk cId="887948291" sldId="269"/>
        </pc:sldMkLst>
        <pc:spChg chg="del mod ord">
          <ac:chgData name="Devang Doshi" userId="6d7c14442e64f2c8" providerId="LiveId" clId="{2C82210D-D3A9-4BCD-907E-9A5C3D30F3A8}" dt="2026-09-17T23:39:22.393" v="3940" actId="700"/>
          <ac:spMkLst>
            <pc:docMk/>
            <pc:sldMk cId="887948291" sldId="269"/>
            <ac:spMk id="2" creationId="{A420B6F4-7E68-07A8-214F-849CD1FE51EC}"/>
          </ac:spMkLst>
        </pc:spChg>
        <pc:spChg chg="del mod ord">
          <ac:chgData name="Devang Doshi" userId="6d7c14442e64f2c8" providerId="LiveId" clId="{2C82210D-D3A9-4BCD-907E-9A5C3D30F3A8}" dt="2026-09-17T23:39:22.393" v="3940" actId="700"/>
          <ac:spMkLst>
            <pc:docMk/>
            <pc:sldMk cId="887948291" sldId="269"/>
            <ac:spMk id="3" creationId="{504F5FB7-6CF9-CF7C-D663-72158D29B134}"/>
          </ac:spMkLst>
        </pc:spChg>
        <pc:spChg chg="del">
          <ac:chgData name="Devang Doshi" userId="6d7c14442e64f2c8" providerId="LiveId" clId="{2C82210D-D3A9-4BCD-907E-9A5C3D30F3A8}" dt="2026-09-17T23:39:22.393" v="3940" actId="700"/>
          <ac:spMkLst>
            <pc:docMk/>
            <pc:sldMk cId="887948291" sldId="269"/>
            <ac:spMk id="4" creationId="{152DA2DF-3AF3-282C-E897-9571F8503972}"/>
          </ac:spMkLst>
        </pc:spChg>
        <pc:spChg chg="add mod ord">
          <ac:chgData name="Devang Doshi" userId="6d7c14442e64f2c8" providerId="LiveId" clId="{2C82210D-D3A9-4BCD-907E-9A5C3D30F3A8}" dt="2026-09-17T23:42:42.794" v="3999" actId="20577"/>
          <ac:spMkLst>
            <pc:docMk/>
            <pc:sldMk cId="887948291" sldId="269"/>
            <ac:spMk id="5" creationId="{647A3285-370B-4D51-95D0-CAF3D3C7D8E2}"/>
          </ac:spMkLst>
        </pc:spChg>
        <pc:spChg chg="add mod ord">
          <ac:chgData name="Devang Doshi" userId="6d7c14442e64f2c8" providerId="LiveId" clId="{2C82210D-D3A9-4BCD-907E-9A5C3D30F3A8}" dt="2026-09-17T23:41:44.407" v="3968" actId="14100"/>
          <ac:spMkLst>
            <pc:docMk/>
            <pc:sldMk cId="887948291" sldId="269"/>
            <ac:spMk id="6" creationId="{0916B737-0A76-EF14-1454-2195ED9CA6CF}"/>
          </ac:spMkLst>
        </pc:spChg>
        <pc:spChg chg="add mod">
          <ac:chgData name="Devang Doshi" userId="6d7c14442e64f2c8" providerId="LiveId" clId="{2C82210D-D3A9-4BCD-907E-9A5C3D30F3A8}" dt="2026-09-17T23:41:32.493" v="3964" actId="21"/>
          <ac:spMkLst>
            <pc:docMk/>
            <pc:sldMk cId="887948291" sldId="269"/>
            <ac:spMk id="8" creationId="{F22723F1-C4FE-D7C1-AEA7-980F32F1CD5E}"/>
          </ac:spMkLst>
        </pc:spChg>
        <pc:spChg chg="add mod">
          <ac:chgData name="Devang Doshi" userId="6d7c14442e64f2c8" providerId="LiveId" clId="{2C82210D-D3A9-4BCD-907E-9A5C3D30F3A8}" dt="2026-09-17T23:42:18.990" v="3980" actId="113"/>
          <ac:spMkLst>
            <pc:docMk/>
            <pc:sldMk cId="887948291" sldId="269"/>
            <ac:spMk id="10" creationId="{4D9203E9-905C-9027-5987-D33EF4F93736}"/>
          </ac:spMkLst>
        </pc:spChg>
      </pc:sldChg>
      <pc:sldChg chg="addSp delSp modSp new del mod modClrScheme chgLayout">
        <pc:chgData name="Devang Doshi" userId="6d7c14442e64f2c8" providerId="LiveId" clId="{2C82210D-D3A9-4BCD-907E-9A5C3D30F3A8}" dt="2026-09-17T21:01:25.979" v="1818" actId="47"/>
        <pc:sldMkLst>
          <pc:docMk/>
          <pc:sldMk cId="2152666280" sldId="269"/>
        </pc:sldMkLst>
      </pc:sldChg>
      <pc:sldChg chg="addSp delSp modSp new mod modClrScheme chgLayout">
        <pc:chgData name="Devang Doshi" userId="6d7c14442e64f2c8" providerId="LiveId" clId="{2C82210D-D3A9-4BCD-907E-9A5C3D30F3A8}" dt="2026-09-17T23:44:25.716" v="4021" actId="700"/>
        <pc:sldMkLst>
          <pc:docMk/>
          <pc:sldMk cId="2246628089" sldId="270"/>
        </pc:sldMkLst>
        <pc:spChg chg="del mod ord">
          <ac:chgData name="Devang Doshi" userId="6d7c14442e64f2c8" providerId="LiveId" clId="{2C82210D-D3A9-4BCD-907E-9A5C3D30F3A8}" dt="2026-09-17T23:43:11.847" v="4001" actId="700"/>
          <ac:spMkLst>
            <pc:docMk/>
            <pc:sldMk cId="2246628089" sldId="270"/>
            <ac:spMk id="2" creationId="{E1E0ECFE-7FEE-7F64-5359-B37A1814A98C}"/>
          </ac:spMkLst>
        </pc:spChg>
        <pc:spChg chg="del mod ord">
          <ac:chgData name="Devang Doshi" userId="6d7c14442e64f2c8" providerId="LiveId" clId="{2C82210D-D3A9-4BCD-907E-9A5C3D30F3A8}" dt="2026-09-17T23:43:11.847" v="4001" actId="700"/>
          <ac:spMkLst>
            <pc:docMk/>
            <pc:sldMk cId="2246628089" sldId="270"/>
            <ac:spMk id="3" creationId="{B84E190C-AE8E-9C87-C06F-E92AAA304B57}"/>
          </ac:spMkLst>
        </pc:spChg>
        <pc:spChg chg="add mod ord">
          <ac:chgData name="Devang Doshi" userId="6d7c14442e64f2c8" providerId="LiveId" clId="{2C82210D-D3A9-4BCD-907E-9A5C3D30F3A8}" dt="2026-09-17T23:44:25.716" v="4021" actId="700"/>
          <ac:spMkLst>
            <pc:docMk/>
            <pc:sldMk cId="2246628089" sldId="270"/>
            <ac:spMk id="4" creationId="{23E9D7C8-2341-41D0-AAE6-0E37F3447ADE}"/>
          </ac:spMkLst>
        </pc:spChg>
        <pc:spChg chg="add mod ord">
          <ac:chgData name="Devang Doshi" userId="6d7c14442e64f2c8" providerId="LiveId" clId="{2C82210D-D3A9-4BCD-907E-9A5C3D30F3A8}" dt="2026-09-17T23:44:25.716" v="4021" actId="700"/>
          <ac:spMkLst>
            <pc:docMk/>
            <pc:sldMk cId="2246628089" sldId="270"/>
            <ac:spMk id="5" creationId="{7469EF8B-14AB-F2AC-272D-209A93E334C7}"/>
          </ac:spMkLst>
        </pc:spChg>
      </pc:sldChg>
      <pc:sldChg chg="addSp delSp modSp new del mod modClrScheme chgLayout">
        <pc:chgData name="Devang Doshi" userId="6d7c14442e64f2c8" providerId="LiveId" clId="{2C82210D-D3A9-4BCD-907E-9A5C3D30F3A8}" dt="2026-09-17T21:01:25.979" v="1818" actId="47"/>
        <pc:sldMkLst>
          <pc:docMk/>
          <pc:sldMk cId="2681002849" sldId="270"/>
        </pc:sldMkLst>
      </pc:sldChg>
      <pc:sldChg chg="addSp delSp modSp new del mod setBg modClrScheme chgLayout modNotesTx">
        <pc:chgData name="Devang Doshi" userId="6d7c14442e64f2c8" providerId="LiveId" clId="{2C82210D-D3A9-4BCD-907E-9A5C3D30F3A8}" dt="2026-09-17T21:01:25.979" v="1818" actId="47"/>
        <pc:sldMkLst>
          <pc:docMk/>
          <pc:sldMk cId="1576154653" sldId="271"/>
        </pc:sldMkLst>
      </pc:sldChg>
      <pc:sldChg chg="modSp new mod">
        <pc:chgData name="Devang Doshi" userId="6d7c14442e64f2c8" providerId="LiveId" clId="{2C82210D-D3A9-4BCD-907E-9A5C3D30F3A8}" dt="2026-09-17T23:44:42.401" v="4053" actId="20577"/>
        <pc:sldMkLst>
          <pc:docMk/>
          <pc:sldMk cId="3130337062" sldId="271"/>
        </pc:sldMkLst>
        <pc:spChg chg="mod">
          <ac:chgData name="Devang Doshi" userId="6d7c14442e64f2c8" providerId="LiveId" clId="{2C82210D-D3A9-4BCD-907E-9A5C3D30F3A8}" dt="2026-09-17T23:44:35.402" v="4032" actId="20577"/>
          <ac:spMkLst>
            <pc:docMk/>
            <pc:sldMk cId="3130337062" sldId="271"/>
            <ac:spMk id="2" creationId="{AC0D80F4-F0B0-2274-878A-3A8962D4F90A}"/>
          </ac:spMkLst>
        </pc:spChg>
        <pc:spChg chg="mod">
          <ac:chgData name="Devang Doshi" userId="6d7c14442e64f2c8" providerId="LiveId" clId="{2C82210D-D3A9-4BCD-907E-9A5C3D30F3A8}" dt="2026-09-17T23:44:42.401" v="4053" actId="20577"/>
          <ac:spMkLst>
            <pc:docMk/>
            <pc:sldMk cId="3130337062" sldId="271"/>
            <ac:spMk id="3" creationId="{D0712E9F-5739-274F-5FDE-94211D7B1EB0}"/>
          </ac:spMkLst>
        </pc:spChg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615613283" sldId="272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958360850" sldId="273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3939092107" sldId="274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1397126990" sldId="275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1668467988" sldId="276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2230331390" sldId="277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658858079" sldId="278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2816418132" sldId="279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3128397213" sldId="280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2189788443" sldId="281"/>
        </pc:sldMkLst>
      </pc:sldChg>
      <pc:sldChg chg="modSp add del mod ord modNotesTx">
        <pc:chgData name="Devang Doshi" userId="6d7c14442e64f2c8" providerId="LiveId" clId="{2C82210D-D3A9-4BCD-907E-9A5C3D30F3A8}" dt="2026-09-17T21:01:25.979" v="1818" actId="47"/>
        <pc:sldMkLst>
          <pc:docMk/>
          <pc:sldMk cId="2055930998" sldId="282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2929972145" sldId="283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4215743058" sldId="284"/>
        </pc:sldMkLst>
      </pc:sldChg>
      <pc:sldChg chg="modSp add del mod">
        <pc:chgData name="Devang Doshi" userId="6d7c14442e64f2c8" providerId="LiveId" clId="{2C82210D-D3A9-4BCD-907E-9A5C3D30F3A8}" dt="2026-09-17T21:01:25.979" v="1818" actId="47"/>
        <pc:sldMkLst>
          <pc:docMk/>
          <pc:sldMk cId="2591536215" sldId="285"/>
        </pc:sldMkLst>
      </pc:sldChg>
      <pc:sldChg chg="modSp add del mod">
        <pc:chgData name="Devang Doshi" userId="6d7c14442e64f2c8" providerId="LiveId" clId="{2C82210D-D3A9-4BCD-907E-9A5C3D30F3A8}" dt="2026-09-17T21:01:25.979" v="1818" actId="47"/>
        <pc:sldMkLst>
          <pc:docMk/>
          <pc:sldMk cId="3402767786" sldId="286"/>
        </pc:sldMkLst>
      </pc:sldChg>
      <pc:sldChg chg="modSp add del mod">
        <pc:chgData name="Devang Doshi" userId="6d7c14442e64f2c8" providerId="LiveId" clId="{2C82210D-D3A9-4BCD-907E-9A5C3D30F3A8}" dt="2026-09-17T21:01:25.979" v="1818" actId="47"/>
        <pc:sldMkLst>
          <pc:docMk/>
          <pc:sldMk cId="2928607308" sldId="287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1793910749" sldId="288"/>
        </pc:sldMkLst>
      </pc:sldChg>
      <pc:sldChg chg="addSp delSp modSp add del mod">
        <pc:chgData name="Devang Doshi" userId="6d7c14442e64f2c8" providerId="LiveId" clId="{2C82210D-D3A9-4BCD-907E-9A5C3D30F3A8}" dt="2026-09-17T21:01:25.979" v="1818" actId="47"/>
        <pc:sldMkLst>
          <pc:docMk/>
          <pc:sldMk cId="2745106111" sldId="289"/>
        </pc:sldMkLst>
      </pc:sldChg>
      <pc:sldChg chg="modSp add del mod">
        <pc:chgData name="Devang Doshi" userId="6d7c14442e64f2c8" providerId="LiveId" clId="{2C82210D-D3A9-4BCD-907E-9A5C3D30F3A8}" dt="2026-09-17T21:01:25.979" v="1818" actId="47"/>
        <pc:sldMkLst>
          <pc:docMk/>
          <pc:sldMk cId="1968844229" sldId="290"/>
        </pc:sldMkLst>
      </pc:sldChg>
      <pc:sldChg chg="addSp delSp modSp new del mod modClrScheme chgLayout modNotesTx">
        <pc:chgData name="Devang Doshi" userId="6d7c14442e64f2c8" providerId="LiveId" clId="{2C82210D-D3A9-4BCD-907E-9A5C3D30F3A8}" dt="2026-09-17T21:01:25.979" v="1818" actId="47"/>
        <pc:sldMkLst>
          <pc:docMk/>
          <pc:sldMk cId="3970634786" sldId="291"/>
        </pc:sldMkLst>
      </pc:sldChg>
      <pc:sldChg chg="addSp delSp 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1754195363" sldId="292"/>
        </pc:sldMkLst>
      </pc:sldChg>
      <pc:sldChg chg="addSp delSp 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818023270" sldId="293"/>
        </pc:sldMkLst>
      </pc:sldChg>
      <pc:sldChg chg="modSp add del mod">
        <pc:chgData name="Devang Doshi" userId="6d7c14442e64f2c8" providerId="LiveId" clId="{2C82210D-D3A9-4BCD-907E-9A5C3D30F3A8}" dt="2026-09-17T21:01:25.979" v="1818" actId="47"/>
        <pc:sldMkLst>
          <pc:docMk/>
          <pc:sldMk cId="798878081" sldId="295"/>
        </pc:sldMkLst>
      </pc:sldChg>
      <pc:sldChg chg="addSp 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3893940617" sldId="296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2793256125" sldId="297"/>
        </pc:sldMkLst>
      </pc:sldChg>
      <pc:sldChg chg="delSp modSp add del mod">
        <pc:chgData name="Devang Doshi" userId="6d7c14442e64f2c8" providerId="LiveId" clId="{2C82210D-D3A9-4BCD-907E-9A5C3D30F3A8}" dt="2026-09-17T21:01:25.979" v="1818" actId="47"/>
        <pc:sldMkLst>
          <pc:docMk/>
          <pc:sldMk cId="157049635" sldId="298"/>
        </pc:sldMkLst>
      </pc:sldChg>
      <pc:sldChg chg="modSp add del mod modNotesTx">
        <pc:chgData name="Devang Doshi" userId="6d7c14442e64f2c8" providerId="LiveId" clId="{2C82210D-D3A9-4BCD-907E-9A5C3D30F3A8}" dt="2026-09-17T21:01:25.979" v="1818" actId="47"/>
        <pc:sldMkLst>
          <pc:docMk/>
          <pc:sldMk cId="3383719631" sldId="299"/>
        </pc:sldMkLst>
      </pc:sldChg>
      <pc:sldChg chg="modSp add del mod">
        <pc:chgData name="Devang Doshi" userId="6d7c14442e64f2c8" providerId="LiveId" clId="{2C82210D-D3A9-4BCD-907E-9A5C3D30F3A8}" dt="2026-09-17T21:01:25.979" v="1818" actId="47"/>
        <pc:sldMkLst>
          <pc:docMk/>
          <pc:sldMk cId="2258792707" sldId="300"/>
        </pc:sldMkLst>
      </pc:sldChg>
      <pc:sldChg chg="new del">
        <pc:chgData name="Devang Doshi" userId="6d7c14442e64f2c8" providerId="LiveId" clId="{2C82210D-D3A9-4BCD-907E-9A5C3D30F3A8}" dt="2026-09-17T21:01:25.979" v="1818" actId="47"/>
        <pc:sldMkLst>
          <pc:docMk/>
          <pc:sldMk cId="2971236260" sldId="3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A1A63-6FCB-44BA-9406-9314F9F6223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D5FA-2608-484E-9A09-F1F4E6380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8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AD5FA-2608-484E-9A09-F1F4E63809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54A2-8E40-7CAC-773F-0E8BA247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49E55-6DD1-5CA4-90BF-92B9677A6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24882-3B0C-CCFB-0B36-98356A808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D7B56-F25E-E01E-6D8F-61130165D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AD5FA-2608-484E-9A09-F1F4E63809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1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A00D9B-CBC4-FC0A-8F0E-9BCD5A4DC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 l="13847" t="2328" r="16942" b="5806"/>
          <a:stretch>
            <a:fillRect/>
          </a:stretch>
        </p:blipFill>
        <p:spPr>
          <a:xfrm>
            <a:off x="8359521" y="353635"/>
            <a:ext cx="3494868" cy="6150729"/>
          </a:xfrm>
          <a:prstGeom prst="rect">
            <a:avLst/>
          </a:prstGeom>
        </p:spPr>
      </p:pic>
      <p:pic>
        <p:nvPicPr>
          <p:cNvPr id="7" name="Picture 2" descr="Henry M. Jackson High FIRST Robotics Club, Mill Creek WA">
            <a:extLst>
              <a:ext uri="{FF2B5EF4-FFF2-40B4-BE49-F238E27FC236}">
                <a16:creationId xmlns:a16="http://schemas.microsoft.com/office/drawing/2014/main" id="{D98C91A2-87FA-5848-B830-F13C641F50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57800"/>
            <a:ext cx="2985284" cy="149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249D06D-523D-B391-E42B-95A3057DB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94" y="643725"/>
            <a:ext cx="8079581" cy="2387600"/>
          </a:xfrm>
        </p:spPr>
        <p:txBody>
          <a:bodyPr anchor="b">
            <a:normAutofit/>
          </a:bodyPr>
          <a:lstStyle>
            <a:lvl1pPr algn="l">
              <a:defRPr sz="54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9EE9289-66B3-144D-8402-16577F838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794" y="3123400"/>
            <a:ext cx="8079581" cy="1655762"/>
          </a:xfrm>
        </p:spPr>
        <p:txBody>
          <a:bodyPr/>
          <a:lstStyle>
            <a:lvl1pPr marL="0" indent="0" algn="l">
              <a:buNone/>
              <a:defRPr sz="24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38522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drawing of a mechanical device&#10;&#10;AI-generated content may be incorrect.">
            <a:extLst>
              <a:ext uri="{FF2B5EF4-FFF2-40B4-BE49-F238E27FC236}">
                <a16:creationId xmlns:a16="http://schemas.microsoft.com/office/drawing/2014/main" id="{BB758D94-F8BF-5D2A-FB78-F0D1D172C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606" y="1716685"/>
            <a:ext cx="4803927" cy="3303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19BE22-1394-BF9E-3665-272986CA6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94" y="643725"/>
            <a:ext cx="8079581" cy="2387600"/>
          </a:xfrm>
        </p:spPr>
        <p:txBody>
          <a:bodyPr anchor="b">
            <a:normAutofit/>
          </a:bodyPr>
          <a:lstStyle>
            <a:lvl1pPr algn="l">
              <a:defRPr sz="54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074C2-1212-43C3-39B6-1487C8874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794" y="3123400"/>
            <a:ext cx="8079581" cy="1655762"/>
          </a:xfrm>
        </p:spPr>
        <p:txBody>
          <a:bodyPr/>
          <a:lstStyle>
            <a:lvl1pPr marL="0" indent="0" algn="l">
              <a:buNone/>
              <a:defRPr sz="24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Henry M. Jackson High FIRST Robotics Club, Mill Creek WA">
            <a:extLst>
              <a:ext uri="{FF2B5EF4-FFF2-40B4-BE49-F238E27FC236}">
                <a16:creationId xmlns:a16="http://schemas.microsoft.com/office/drawing/2014/main" id="{5ECA6EC3-50B0-3C7B-C8D3-ADE43784D6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57800"/>
            <a:ext cx="2985284" cy="149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2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8021-E6FC-BF8A-DFE7-5CB8BCFA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69" y="272257"/>
            <a:ext cx="11544300" cy="931724"/>
          </a:xfrm>
        </p:spPr>
        <p:txBody>
          <a:bodyPr/>
          <a:lstStyle>
            <a:lvl1pPr>
              <a:defRPr b="1">
                <a:solidFill>
                  <a:srgbClr val="6B5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9B312-601F-35DA-4CF0-C3380CA1D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499" y="1464469"/>
            <a:ext cx="10786269" cy="4712494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D9FD1-6513-7147-9B3E-32E2CE2E7D52}"/>
              </a:ext>
            </a:extLst>
          </p:cNvPr>
          <p:cNvSpPr/>
          <p:nvPr userDrawn="1"/>
        </p:nvSpPr>
        <p:spPr>
          <a:xfrm>
            <a:off x="321469" y="1176549"/>
            <a:ext cx="10515600" cy="27432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9000">
                <a:srgbClr val="6B529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EA9FCD-36BC-5CA1-2345-7E789004F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2379" y="5337854"/>
            <a:ext cx="753216" cy="116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6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EFD2-CAC4-C4DE-DFF7-FFE148D3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4638B-3969-7C12-6818-8E6F80BE8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A501D-4ADB-49F1-4EB6-E8ED6138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5D9BF-47EF-E4D3-54CC-41514F99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E9080-B714-BFDA-0029-5354FF3B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8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B748-D5BC-C322-F0BD-D78D9120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1E934-E337-62AF-CE58-9AE7766B1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8C5C8-548B-9B50-D483-5DB4BAF0A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80590-6438-3308-D8A9-14BDCB658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EF6DD-F7E4-4ED7-AD35-61F9AE3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0FAB0-754D-7E85-28E1-A12ECF69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0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FE5C-64F2-6D85-5284-A0042E0A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49C79-4D96-8858-A7CD-5D79CBFCF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CCBC3-BCD8-86E3-EE53-E82CD048D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1454F8-1CA6-8639-8508-D9A202B1B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16E30-D7AD-29F7-6053-F362EB4D5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E9E02-2483-921F-9ABA-8E8F5D57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0D11E-4930-BF37-0159-5E1B5433D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EA9CD-CDDF-1F2D-359B-C4BFAC38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30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EF07-9F13-49D3-4EDE-6D9FF0E8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B62C0-7DCC-AD43-3AE3-E63B8DFD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7C051-0FC1-047C-23CD-4BFBD43E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6DB4D-B0E6-EE17-5542-E042D005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8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80CC4-7E30-A48A-F334-2CFB4AB1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D6243-AD15-1BDE-F87A-8388C418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60C18-6D9E-3AAD-5412-B23B0DA3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D317C3-1B66-0ACC-437D-33A83D3169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2379" y="5337854"/>
            <a:ext cx="753216" cy="116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7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C05E-6296-EB19-7288-487C2DBB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F33AD-68C1-1DB9-5884-BA5CD88D5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5F5BA-1F83-7E0A-A250-6F21DAA32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9BECB-C1FB-769B-1A10-5E6D3A81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84B48-C611-C9BD-6D40-FA3E1D33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619C0-A0B9-C571-46B4-007BB4FF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7301-AFA1-FDE9-6A16-6FDDF703A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48628-45EA-01E9-69FF-AA000B81E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BE2D8-9FA9-536A-6C76-60B918559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5B553-10D7-CFA6-6C4D-8F6FD343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016D1-2B01-5A13-1150-D9F90734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0F21A-0027-AEDF-A9EA-2CBC39E9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2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7D6D-F75E-CC91-0B3C-05BA3907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1E9AB-0797-B9AE-17B5-3107D550B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764AC-F7C6-2E0D-D676-DDE2F331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68242-848F-DB99-6E9B-E93294F8A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1D6FB-F082-B8EC-8369-1490A8B6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62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326BFD-B319-876F-10D9-AEB50670E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335C5-0584-8510-D7D8-72E9A3BA4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EA4A-8672-7DC5-3EFB-6FCC74CC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102C5-023B-682F-D29F-6503B292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25054-E76A-60AC-B71A-3930A3B6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1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9AF82B-DDE1-D8D8-37A7-41219DA1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A8EB1-AF70-1B87-C174-7539A668D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455AC-EB34-E7C6-4DC1-7B5F217B0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42CE3-F65B-4749-8E93-3031FAF6C5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1A839-D67B-42A1-40C1-3E15885C8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4DD4E-FBDD-A2BD-D0E8-FAF29C605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3B69F-DAE3-4870-8790-95D6D7B03D3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D85769-FFD4-FD28-A10A-C2186BA0D0F5}"/>
              </a:ext>
            </a:extLst>
          </p:cNvPr>
          <p:cNvSpPr/>
          <p:nvPr userDrawn="1"/>
        </p:nvSpPr>
        <p:spPr>
          <a:xfrm>
            <a:off x="0" y="6746921"/>
            <a:ext cx="12192000" cy="111079"/>
          </a:xfrm>
          <a:prstGeom prst="rect">
            <a:avLst/>
          </a:prstGeom>
          <a:solidFill>
            <a:srgbClr val="0DA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1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signup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FRCTeam2910/2026-2027-P1-Tryouts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3630C-9245-1977-7923-E8F50ACEF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Programming Tryouts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D5308D-DE75-DEEF-78D4-D3892979BD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September 17, 2026</a:t>
            </a:r>
          </a:p>
        </p:txBody>
      </p:sp>
    </p:spTree>
    <p:extLst>
      <p:ext uri="{BB962C8B-B14F-4D97-AF65-F5344CB8AC3E}">
        <p14:creationId xmlns:p14="http://schemas.microsoft.com/office/powerpoint/2010/main" val="3130525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5492A61C-388A-CC65-62E6-65AE74352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      JitB-2910-Rebuilt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09ED6C-C117-D157-32DC-38C874402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588" y="642938"/>
            <a:ext cx="8078787" cy="238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🛜</a:t>
            </a:r>
            <a:r>
              <a:rPr lang="en-US" sz="5400" dirty="0" err="1"/>
              <a:t>LibBox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9757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EC6258-5B31-EF66-15CF-4178067C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69" y="272257"/>
            <a:ext cx="11544300" cy="931724"/>
          </a:xfrm>
        </p:spPr>
        <p:txBody>
          <a:bodyPr anchor="ctr">
            <a:normAutofit/>
          </a:bodyPr>
          <a:lstStyle/>
          <a:p>
            <a:r>
              <a:rPr lang="en-US" dirty="0"/>
              <a:t>Welcome to Programming Tryouts!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090ABC3-F276-D773-B84C-D7CA56A201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80681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845733" y="1584960"/>
          <a:ext cx="9474200" cy="3688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8049">
                  <a:extLst>
                    <a:ext uri="{9D8B030D-6E8A-4147-A177-3AD203B41FA5}">
                      <a16:colId xmlns:a16="http://schemas.microsoft.com/office/drawing/2014/main" val="66926692"/>
                    </a:ext>
                  </a:extLst>
                </a:gridCol>
                <a:gridCol w="8146151">
                  <a:extLst>
                    <a:ext uri="{9D8B030D-6E8A-4147-A177-3AD203B41FA5}">
                      <a16:colId xmlns:a16="http://schemas.microsoft.com/office/drawing/2014/main" val="3886422528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01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Introductions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6254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02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Learn what programming sub team does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69171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03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Understand how the tryout process will work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5430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04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Get setup with GitHub and </a:t>
                      </a:r>
                      <a:r>
                        <a:rPr lang="en-US" sz="3200" dirty="0" err="1"/>
                        <a:t>Codepsaces</a:t>
                      </a:r>
                      <a:endParaRPr lang="en-US" sz="32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04418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05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Write and run some Java code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1505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9A3E9B1-C33F-F07F-19EC-9F7EA697622B}"/>
              </a:ext>
            </a:extLst>
          </p:cNvPr>
          <p:cNvSpPr txBox="1"/>
          <p:nvPr/>
        </p:nvSpPr>
        <p:spPr>
          <a:xfrm>
            <a:off x="1845733" y="565401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Learn. Build. Debug. Improve.</a:t>
            </a:r>
          </a:p>
        </p:txBody>
      </p:sp>
    </p:spTree>
    <p:extLst>
      <p:ext uri="{BB962C8B-B14F-4D97-AF65-F5344CB8AC3E}">
        <p14:creationId xmlns:p14="http://schemas.microsoft.com/office/powerpoint/2010/main" val="268215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5FCC-00E2-A72D-B35C-DBC2D209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Google Shape;67;p15">
            <a:extLst>
              <a:ext uri="{FF2B5EF4-FFF2-40B4-BE49-F238E27FC236}">
                <a16:creationId xmlns:a16="http://schemas.microsoft.com/office/drawing/2014/main" id="{27CD3112-7282-9CD7-A42D-0008992936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03998" y="1825220"/>
            <a:ext cx="1021500" cy="1021500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</p:pic>
      <p:pic>
        <p:nvPicPr>
          <p:cNvPr id="7" name="Google Shape;69;p15">
            <a:extLst>
              <a:ext uri="{FF2B5EF4-FFF2-40B4-BE49-F238E27FC236}">
                <a16:creationId xmlns:a16="http://schemas.microsoft.com/office/drawing/2014/main" id="{E8F0EA07-F69C-32B1-6B17-5CD5D22BE1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84" y="1825220"/>
            <a:ext cx="1021500" cy="1021500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</p:pic>
      <p:pic>
        <p:nvPicPr>
          <p:cNvPr id="9" name="Google Shape;70;p15">
            <a:extLst>
              <a:ext uri="{FF2B5EF4-FFF2-40B4-BE49-F238E27FC236}">
                <a16:creationId xmlns:a16="http://schemas.microsoft.com/office/drawing/2014/main" id="{810E4F39-49D1-4CC1-0FCE-87CEA9E95A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7184" y="3430815"/>
            <a:ext cx="1021500" cy="1021500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747C8D-53B7-00AF-F989-3B71789B25A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3998" y="3430815"/>
            <a:ext cx="1021621" cy="1021500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</p:pic>
      <p:pic>
        <p:nvPicPr>
          <p:cNvPr id="12" name="Google Shape;68;p15">
            <a:extLst>
              <a:ext uri="{FF2B5EF4-FFF2-40B4-BE49-F238E27FC236}">
                <a16:creationId xmlns:a16="http://schemas.microsoft.com/office/drawing/2014/main" id="{C4CF2E7C-AAED-0675-ED67-E2546DF819CB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3998" y="5024744"/>
            <a:ext cx="1021500" cy="1021500"/>
          </a:xfrm>
          <a:prstGeom prst="ellipse">
            <a:avLst/>
          </a:prstGeom>
          <a:noFill/>
          <a:ln w="57150">
            <a:solidFill>
              <a:schemeClr val="bg1">
                <a:lumMod val="65000"/>
              </a:schemeClr>
            </a:solidFill>
          </a:ln>
        </p:spPr>
      </p:pic>
      <p:pic>
        <p:nvPicPr>
          <p:cNvPr id="14" name="Google Shape;71;p15">
            <a:extLst>
              <a:ext uri="{FF2B5EF4-FFF2-40B4-BE49-F238E27FC236}">
                <a16:creationId xmlns:a16="http://schemas.microsoft.com/office/drawing/2014/main" id="{906EF9A9-E380-F099-AEFB-43AF66AE6B0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7184" y="5024744"/>
            <a:ext cx="1021500" cy="1021500"/>
          </a:xfrm>
          <a:prstGeom prst="ellipse">
            <a:avLst/>
          </a:prstGeom>
          <a:noFill/>
          <a:ln w="57150">
            <a:solidFill>
              <a:schemeClr val="bg1">
                <a:lumMod val="65000"/>
              </a:schemeClr>
            </a:solidFill>
          </a:ln>
        </p:spPr>
      </p:pic>
      <p:pic>
        <p:nvPicPr>
          <p:cNvPr id="16" name="Google Shape;72;p15">
            <a:extLst>
              <a:ext uri="{FF2B5EF4-FFF2-40B4-BE49-F238E27FC236}">
                <a16:creationId xmlns:a16="http://schemas.microsoft.com/office/drawing/2014/main" id="{A024BD62-24F1-5CC3-DCAF-58462C18EE79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5886" y="1825220"/>
            <a:ext cx="1021500" cy="1021500"/>
          </a:xfrm>
          <a:prstGeom prst="ellipse">
            <a:avLst/>
          </a:prstGeom>
          <a:noFill/>
          <a:ln w="57150">
            <a:solidFill>
              <a:schemeClr val="bg1">
                <a:lumMod val="6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9D6801-7E8E-6FF7-E214-8CBFF333046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46535" y="1825220"/>
            <a:ext cx="1021500" cy="1021500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29168E-96D0-A123-6617-A7D1233C61DE}"/>
              </a:ext>
            </a:extLst>
          </p:cNvPr>
          <p:cNvSpPr txBox="1"/>
          <p:nvPr/>
        </p:nvSpPr>
        <p:spPr>
          <a:xfrm>
            <a:off x="1350380" y="2885856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Devang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8EF58-76CF-B26B-74D9-749F13001D78}"/>
              </a:ext>
            </a:extLst>
          </p:cNvPr>
          <p:cNvSpPr txBox="1"/>
          <p:nvPr/>
        </p:nvSpPr>
        <p:spPr>
          <a:xfrm>
            <a:off x="1334215" y="4491451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27646C-AE8E-A427-6519-7B8222E360E4}"/>
              </a:ext>
            </a:extLst>
          </p:cNvPr>
          <p:cNvSpPr txBox="1"/>
          <p:nvPr/>
        </p:nvSpPr>
        <p:spPr>
          <a:xfrm>
            <a:off x="1334215" y="6246253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053D36-984A-D544-119A-59A7BFB69912}"/>
              </a:ext>
            </a:extLst>
          </p:cNvPr>
          <p:cNvSpPr txBox="1"/>
          <p:nvPr/>
        </p:nvSpPr>
        <p:spPr>
          <a:xfrm>
            <a:off x="3327367" y="2885856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Jonathan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E080B9-3F95-CF4D-88CB-48EC6B896D0B}"/>
              </a:ext>
            </a:extLst>
          </p:cNvPr>
          <p:cNvSpPr txBox="1"/>
          <p:nvPr/>
        </p:nvSpPr>
        <p:spPr>
          <a:xfrm>
            <a:off x="3311202" y="4491451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Royce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F801E2-5976-DEBA-92C5-366E261E1F9B}"/>
              </a:ext>
            </a:extLst>
          </p:cNvPr>
          <p:cNvSpPr txBox="1"/>
          <p:nvPr/>
        </p:nvSpPr>
        <p:spPr>
          <a:xfrm>
            <a:off x="3311202" y="6246253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Johan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FF1BE-6601-C5ED-EC29-F04477EB2F8D}"/>
              </a:ext>
            </a:extLst>
          </p:cNvPr>
          <p:cNvSpPr txBox="1"/>
          <p:nvPr/>
        </p:nvSpPr>
        <p:spPr>
          <a:xfrm>
            <a:off x="5304354" y="2885856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Deepak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62D2C3-4154-582D-67F0-6244EF5F184F}"/>
              </a:ext>
            </a:extLst>
          </p:cNvPr>
          <p:cNvSpPr txBox="1"/>
          <p:nvPr/>
        </p:nvSpPr>
        <p:spPr>
          <a:xfrm>
            <a:off x="7267540" y="2885856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Kevin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0271D1-E050-49CA-C4AC-EED6A8C35102}"/>
              </a:ext>
            </a:extLst>
          </p:cNvPr>
          <p:cNvSpPr txBox="1"/>
          <p:nvPr/>
        </p:nvSpPr>
        <p:spPr>
          <a:xfrm>
            <a:off x="1394911" y="1280261"/>
            <a:ext cx="1761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B5294"/>
                </a:solidFill>
              </a:rPr>
              <a:t>Prog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F847A4-36CF-6460-5088-37D736B46EAF}"/>
              </a:ext>
            </a:extLst>
          </p:cNvPr>
          <p:cNvSpPr txBox="1"/>
          <p:nvPr/>
        </p:nvSpPr>
        <p:spPr>
          <a:xfrm>
            <a:off x="3297401" y="1287275"/>
            <a:ext cx="1761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B5294"/>
                </a:solidFill>
              </a:rPr>
              <a:t>Prog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102EDE-6ECB-8ABB-B0F3-F1CC55FB1982}"/>
              </a:ext>
            </a:extLst>
          </p:cNvPr>
          <p:cNvSpPr txBox="1"/>
          <p:nvPr/>
        </p:nvSpPr>
        <p:spPr>
          <a:xfrm>
            <a:off x="5213086" y="1287275"/>
            <a:ext cx="1761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B5294"/>
                </a:solidFill>
              </a:rPr>
              <a:t>Scouting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32874E-3C3B-56EA-5F63-1743BC941F0F}"/>
              </a:ext>
            </a:extLst>
          </p:cNvPr>
          <p:cNvSpPr txBox="1"/>
          <p:nvPr/>
        </p:nvSpPr>
        <p:spPr>
          <a:xfrm>
            <a:off x="7256103" y="1287275"/>
            <a:ext cx="1761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B5294"/>
                </a:solidFill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269191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CF29-3640-FC86-F988-ECBD2479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304E-B3FB-314C-E3A4-E46B71B9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pic>
        <p:nvPicPr>
          <p:cNvPr id="6" name="Picture 5" descr="Microsoft">
            <a:extLst>
              <a:ext uri="{FF2B5EF4-FFF2-40B4-BE49-F238E27FC236}">
                <a16:creationId xmlns:a16="http://schemas.microsoft.com/office/drawing/2014/main" id="{03360D92-D4C6-70A2-C31D-07B70FA8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745" y="2941305"/>
            <a:ext cx="2290046" cy="487695"/>
          </a:xfrm>
          <a:prstGeom prst="rect">
            <a:avLst/>
          </a:prstGeom>
        </p:spPr>
      </p:pic>
      <p:pic>
        <p:nvPicPr>
          <p:cNvPr id="13" name="Picture 2" descr="Henry M. Jackson High FIRST Robotics Club, Mill Creek WA">
            <a:extLst>
              <a:ext uri="{FF2B5EF4-FFF2-40B4-BE49-F238E27FC236}">
                <a16:creationId xmlns:a16="http://schemas.microsoft.com/office/drawing/2014/main" id="{1E8F68DE-DC0C-298E-0232-31C575190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730" y="2765594"/>
            <a:ext cx="1591733" cy="79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C7BDAB-225A-89CA-F5F1-6E3FA740C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987" y="2799462"/>
            <a:ext cx="2428347" cy="8835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CF24216-79AE-1086-4A47-C6EF2022C722}"/>
              </a:ext>
            </a:extLst>
          </p:cNvPr>
          <p:cNvSpPr txBox="1"/>
          <p:nvPr/>
        </p:nvSpPr>
        <p:spPr>
          <a:xfrm>
            <a:off x="1624202" y="3798047"/>
            <a:ext cx="1761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8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---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C434FF-6DF2-4AF1-FD9E-DE0024098081}"/>
              </a:ext>
            </a:extLst>
          </p:cNvPr>
          <p:cNvSpPr txBox="1"/>
          <p:nvPr/>
        </p:nvSpPr>
        <p:spPr>
          <a:xfrm>
            <a:off x="4276063" y="3798047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E506BF-B534-8163-BD9D-795C4B438037}"/>
              </a:ext>
            </a:extLst>
          </p:cNvPr>
          <p:cNvSpPr txBox="1"/>
          <p:nvPr/>
        </p:nvSpPr>
        <p:spPr>
          <a:xfrm>
            <a:off x="8869627" y="3798047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pic>
        <p:nvPicPr>
          <p:cNvPr id="3" name="Picture 2" descr="FIRST Logo Files &amp; Branding Guidelines | FIRST">
            <a:extLst>
              <a:ext uri="{FF2B5EF4-FFF2-40B4-BE49-F238E27FC236}">
                <a16:creationId xmlns:a16="http://schemas.microsoft.com/office/drawing/2014/main" id="{A21054CA-B710-A3FD-0311-8A6411D95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401" y="2874032"/>
            <a:ext cx="993647" cy="663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6775A0-584E-2B24-9704-CAAB8130C268}"/>
              </a:ext>
            </a:extLst>
          </p:cNvPr>
          <p:cNvSpPr txBox="1"/>
          <p:nvPr/>
        </p:nvSpPr>
        <p:spPr>
          <a:xfrm>
            <a:off x="6363691" y="3809893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5556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1BF5D-FE91-9CD3-4F49-19AC1700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B75C1F-0766-54FE-5C4F-2BB7B26A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69" y="272257"/>
            <a:ext cx="11544300" cy="931724"/>
          </a:xfrm>
        </p:spPr>
        <p:txBody>
          <a:bodyPr anchor="ctr">
            <a:normAutofit/>
          </a:bodyPr>
          <a:lstStyle/>
          <a:p>
            <a:r>
              <a:rPr lang="en-US" dirty="0"/>
              <a:t>What does Programming do?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6DE0F-CC7F-FD74-5048-D79252B0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464469"/>
            <a:ext cx="5820833" cy="471249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Control the drivetrain and robot mechanisms</a:t>
            </a:r>
          </a:p>
          <a:p>
            <a:r>
              <a:rPr lang="en-US" sz="2400" dirty="0"/>
              <a:t>Read and use sensors</a:t>
            </a:r>
          </a:p>
          <a:p>
            <a:r>
              <a:rPr lang="en-US" sz="2400" dirty="0"/>
              <a:t>Build autonomous routines</a:t>
            </a:r>
          </a:p>
          <a:p>
            <a:r>
              <a:rPr lang="en-US" sz="2400" dirty="0"/>
              <a:t>Work with vision and positioning systems</a:t>
            </a:r>
          </a:p>
          <a:p>
            <a:r>
              <a:rPr lang="en-US" sz="2400" dirty="0"/>
              <a:t>Support driver controls and match strategy</a:t>
            </a:r>
          </a:p>
          <a:p>
            <a:r>
              <a:rPr lang="en-US" sz="2400" dirty="0"/>
              <a:t>Test, debug, and improve robot behavior</a:t>
            </a:r>
          </a:p>
          <a:p>
            <a:r>
              <a:rPr lang="en-US" sz="2400" dirty="0"/>
              <a:t>Collaborate closely with other sub teams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62A742-19B8-0A07-F5B7-2C389C5EB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470" y="1726538"/>
            <a:ext cx="5087966" cy="34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8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8D17-291A-2A39-EAA9-C82B0FCE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D25BA-29E8-2B43-0CB0-CF9F0796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69" y="272257"/>
            <a:ext cx="11544300" cy="931724"/>
          </a:xfrm>
        </p:spPr>
        <p:txBody>
          <a:bodyPr anchor="ctr">
            <a:normAutofit/>
          </a:bodyPr>
          <a:lstStyle/>
          <a:p>
            <a:r>
              <a:rPr lang="en-US" dirty="0"/>
              <a:t>What are we looking for?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77AC2-BB6A-14B1-B9E8-5CC35AA10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464469"/>
            <a:ext cx="5524500" cy="4712494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Curiosity and willingness to learn </a:t>
            </a:r>
          </a:p>
          <a:p>
            <a:pPr lvl="0"/>
            <a:r>
              <a:rPr lang="en-US" sz="2400" dirty="0"/>
              <a:t>Logical thinking and problem-solving </a:t>
            </a:r>
          </a:p>
          <a:p>
            <a:pPr lvl="0"/>
            <a:r>
              <a:rPr lang="en-US" sz="2400" dirty="0"/>
              <a:t>Persistence when something does not work </a:t>
            </a:r>
          </a:p>
          <a:p>
            <a:pPr lvl="0"/>
            <a:r>
              <a:rPr lang="en-US" sz="2400" dirty="0"/>
              <a:t>Ability to ask good questions </a:t>
            </a:r>
          </a:p>
          <a:p>
            <a:pPr lvl="0"/>
            <a:r>
              <a:rPr lang="en-US" sz="2400" dirty="0"/>
              <a:t>Teamwork and communication </a:t>
            </a:r>
          </a:p>
          <a:p>
            <a:pPr lvl="0"/>
            <a:r>
              <a:rPr lang="en-US" sz="2400" dirty="0"/>
              <a:t>Attention to detail </a:t>
            </a:r>
          </a:p>
          <a:p>
            <a:pPr lvl="0"/>
            <a:r>
              <a:rPr lang="en-US" sz="2400" dirty="0"/>
              <a:t>Willingness to take feedback and improve </a:t>
            </a:r>
          </a:p>
          <a:p>
            <a:pPr lvl="0"/>
            <a:r>
              <a:rPr lang="en-US" sz="2400" dirty="0"/>
              <a:t>Ability to explain your thought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3BDB8-C67C-6E0D-E555-13E4694315AA}"/>
              </a:ext>
            </a:extLst>
          </p:cNvPr>
          <p:cNvSpPr txBox="1"/>
          <p:nvPr/>
        </p:nvSpPr>
        <p:spPr>
          <a:xfrm>
            <a:off x="7985918" y="2102320"/>
            <a:ext cx="27413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6B5294"/>
                </a:solidFill>
              </a:rPr>
              <a:t>Prior programming experience is helpful, but not required.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A4E98-953D-CAEA-94E8-AC0150C6894A}"/>
              </a:ext>
            </a:extLst>
          </p:cNvPr>
          <p:cNvSpPr txBox="1"/>
          <p:nvPr/>
        </p:nvSpPr>
        <p:spPr>
          <a:xfrm>
            <a:off x="7985918" y="3740018"/>
            <a:ext cx="27413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6B5294"/>
                </a:solidFill>
              </a:rPr>
              <a:t>What matters most:</a:t>
            </a:r>
            <a:br>
              <a:rPr lang="en-US" sz="2000" dirty="0">
                <a:solidFill>
                  <a:srgbClr val="6B5294"/>
                </a:solidFill>
              </a:rPr>
            </a:br>
            <a:r>
              <a:rPr lang="en-US" sz="2000" b="1" dirty="0">
                <a:solidFill>
                  <a:srgbClr val="0DA349"/>
                </a:solidFill>
              </a:rPr>
              <a:t>How you learn, think, collaborate, and improve.</a:t>
            </a:r>
          </a:p>
        </p:txBody>
      </p:sp>
    </p:spTree>
    <p:extLst>
      <p:ext uri="{BB962C8B-B14F-4D97-AF65-F5344CB8AC3E}">
        <p14:creationId xmlns:p14="http://schemas.microsoft.com/office/powerpoint/2010/main" val="328918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B6A7-795D-CC29-E81C-EBCAB212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FD8BE3-1E3A-5ADE-E542-957C295C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69" y="272257"/>
            <a:ext cx="11544300" cy="931724"/>
          </a:xfrm>
        </p:spPr>
        <p:txBody>
          <a:bodyPr anchor="ctr">
            <a:normAutofit/>
          </a:bodyPr>
          <a:lstStyle/>
          <a:p>
            <a:r>
              <a:rPr lang="en-US" dirty="0"/>
              <a:t>Using AI during Programming Tryouts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B4EEE-3E22-94BF-BBF7-B31E8F894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035" y="1415366"/>
            <a:ext cx="10181168" cy="4712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AI can help you learn, but it should not replace your thinking.</a:t>
            </a: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You are responsible for every line of code you submit.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4E914-2DD8-3546-A6C2-0CBFB1DF4CB2}"/>
              </a:ext>
            </a:extLst>
          </p:cNvPr>
          <p:cNvSpPr txBox="1"/>
          <p:nvPr/>
        </p:nvSpPr>
        <p:spPr>
          <a:xfrm>
            <a:off x="1079499" y="2061428"/>
            <a:ext cx="518583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Good ways to use AI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Explain a programming concept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Help understand an error message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Give you hints when you are stuck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Show a similar example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Review or explain code you or others wrote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3A906-C490-9113-8BA7-A349E2F43009}"/>
              </a:ext>
            </a:extLst>
          </p:cNvPr>
          <p:cNvSpPr txBox="1"/>
          <p:nvPr/>
        </p:nvSpPr>
        <p:spPr>
          <a:xfrm>
            <a:off x="6546848" y="2061428"/>
            <a:ext cx="49424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Not acceptable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 an entire assignment and submit it as your own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Copy code you do not understand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43C1C-2F69-3D19-E7E2-6A0A0B3CAE17}"/>
              </a:ext>
            </a:extLst>
          </p:cNvPr>
          <p:cNvSpPr txBox="1"/>
          <p:nvPr/>
        </p:nvSpPr>
        <p:spPr>
          <a:xfrm>
            <a:off x="1079498" y="4765526"/>
            <a:ext cx="1093470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6B5294"/>
                </a:solidFill>
              </a:rPr>
              <a:t>Be prepared to explain:</a:t>
            </a:r>
            <a:br>
              <a:rPr lang="en-US" sz="2000" b="1" dirty="0">
                <a:solidFill>
                  <a:srgbClr val="6B5294"/>
                </a:solidFill>
              </a:rPr>
            </a:br>
            <a:r>
              <a:rPr lang="en-US" b="1" dirty="0">
                <a:solidFill>
                  <a:srgbClr val="0DA349"/>
                </a:solidFill>
              </a:rPr>
              <a:t>1. What your code does    2. Why you wrote it that way    3. How you solved or debugged the problem</a:t>
            </a:r>
            <a:endParaRPr lang="en-US" sz="2000" b="1" dirty="0">
              <a:solidFill>
                <a:srgbClr val="0DA34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949DC-B2E6-E6D5-4D7F-2588BFF4E745}"/>
              </a:ext>
            </a:extLst>
          </p:cNvPr>
          <p:cNvSpPr txBox="1"/>
          <p:nvPr/>
        </p:nvSpPr>
        <p:spPr>
          <a:xfrm>
            <a:off x="1079498" y="57031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Use AI to help you learn, not to avoid learning.</a:t>
            </a:r>
          </a:p>
        </p:txBody>
      </p:sp>
    </p:spTree>
    <p:extLst>
      <p:ext uri="{BB962C8B-B14F-4D97-AF65-F5344CB8AC3E}">
        <p14:creationId xmlns:p14="http://schemas.microsoft.com/office/powerpoint/2010/main" val="276898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F8DD-F8F6-6C7E-0EB1-733E3520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Tryouts 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3BE545-9075-DA95-2E6E-F28382A6C9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509423"/>
              </p:ext>
            </p:extLst>
          </p:nvPr>
        </p:nvGraphicFramePr>
        <p:xfrm>
          <a:off x="1350433" y="1465262"/>
          <a:ext cx="9630834" cy="28273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0833">
                  <a:extLst>
                    <a:ext uri="{9D8B030D-6E8A-4147-A177-3AD203B41FA5}">
                      <a16:colId xmlns:a16="http://schemas.microsoft.com/office/drawing/2014/main" val="3985736442"/>
                    </a:ext>
                  </a:extLst>
                </a:gridCol>
                <a:gridCol w="7620001">
                  <a:extLst>
                    <a:ext uri="{9D8B030D-6E8A-4147-A177-3AD203B41FA5}">
                      <a16:colId xmlns:a16="http://schemas.microsoft.com/office/drawing/2014/main" val="1165107763"/>
                    </a:ext>
                  </a:extLst>
                </a:gridCol>
              </a:tblGrid>
              <a:tr h="471223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427888"/>
                  </a:ext>
                </a:extLst>
              </a:tr>
              <a:tr h="471223">
                <a:tc>
                  <a:txBody>
                    <a:bodyPr/>
                    <a:lstStyle/>
                    <a:p>
                      <a:r>
                        <a:rPr lang="en-US" dirty="0"/>
                        <a:t>Thu, Sep 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Welcome, GitHub, </a:t>
                      </a:r>
                      <a:r>
                        <a:rPr lang="en-US" dirty="0" err="1"/>
                        <a:t>Codespaces</a:t>
                      </a:r>
                      <a:r>
                        <a:rPr lang="en-US" dirty="0"/>
                        <a:t>, Intro to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883947"/>
                  </a:ext>
                </a:extLst>
              </a:tr>
              <a:tr h="471223">
                <a:tc>
                  <a:txBody>
                    <a:bodyPr/>
                    <a:lstStyle/>
                    <a:p>
                      <a:r>
                        <a:rPr lang="en-US" dirty="0"/>
                        <a:t>Mon, Sep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 Fundamentals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445031"/>
                  </a:ext>
                </a:extLst>
              </a:tr>
              <a:tr h="471223">
                <a:tc>
                  <a:txBody>
                    <a:bodyPr/>
                    <a:lstStyle/>
                    <a:p>
                      <a:r>
                        <a:rPr lang="en-US" dirty="0"/>
                        <a:t>Thu, Sep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 + Troubleshooting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332374"/>
                  </a:ext>
                </a:extLst>
              </a:tr>
              <a:tr h="471223">
                <a:tc>
                  <a:txBody>
                    <a:bodyPr/>
                    <a:lstStyle/>
                    <a:p>
                      <a:r>
                        <a:rPr lang="en-US" dirty="0"/>
                        <a:t>Mon, Sep 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Classes &amp;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941229"/>
                  </a:ext>
                </a:extLst>
              </a:tr>
              <a:tr h="471223">
                <a:tc>
                  <a:txBody>
                    <a:bodyPr/>
                    <a:lstStyle/>
                    <a:p>
                      <a:r>
                        <a:rPr lang="en-US" dirty="0"/>
                        <a:t>Thu, Oct 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Programming Assessment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197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B86705-8EEE-CC8C-BD78-5BF59586E580}"/>
              </a:ext>
            </a:extLst>
          </p:cNvPr>
          <p:cNvSpPr txBox="1"/>
          <p:nvPr/>
        </p:nvSpPr>
        <p:spPr>
          <a:xfrm>
            <a:off x="1318682" y="4553881"/>
            <a:ext cx="73427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Between meetings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Complete assigned exercises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Submit your work through GitHub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Come prepared to build on what you learned previously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CCA3C-4FBF-9D46-E50A-766AC175933E}"/>
              </a:ext>
            </a:extLst>
          </p:cNvPr>
          <p:cNvSpPr txBox="1"/>
          <p:nvPr/>
        </p:nvSpPr>
        <p:spPr>
          <a:xfrm>
            <a:off x="1318681" y="6018369"/>
            <a:ext cx="10619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Important:</a:t>
            </a:r>
            <a:r>
              <a:rPr lang="en-US" dirty="0"/>
              <a:t> Each session builds on the previous one, so attendance and completing assignments matter.</a:t>
            </a:r>
          </a:p>
        </p:txBody>
      </p:sp>
    </p:spTree>
    <p:extLst>
      <p:ext uri="{BB962C8B-B14F-4D97-AF65-F5344CB8AC3E}">
        <p14:creationId xmlns:p14="http://schemas.microsoft.com/office/powerpoint/2010/main" val="2415973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6929-5D18-5762-EEDB-ABB44C239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Bring?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B24A-5CC8-C14E-EB80-08AB1E500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499" y="1464469"/>
            <a:ext cx="10786269" cy="51212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+mn-lt"/>
              </a:rPr>
              <a:t>A personal / non-school laptop is required for programming tryouts.</a:t>
            </a:r>
            <a:endParaRPr lang="en-US" sz="2000" dirty="0">
              <a:latin typeface="+mn-lt"/>
            </a:endParaRPr>
          </a:p>
          <a:p>
            <a:pPr lvl="0"/>
            <a:r>
              <a:rPr lang="en-US" sz="2000" dirty="0">
                <a:latin typeface="+mn-lt"/>
              </a:rPr>
              <a:t>Bring a </a:t>
            </a:r>
            <a:r>
              <a:rPr lang="en-US" sz="2000" b="1" dirty="0">
                <a:latin typeface="+mn-lt"/>
              </a:rPr>
              <a:t>Windows PC or Mac</a:t>
            </a:r>
            <a:r>
              <a:rPr lang="en-US" sz="2000" dirty="0">
                <a:latin typeface="+mn-lt"/>
              </a:rPr>
              <a:t> </a:t>
            </a:r>
          </a:p>
          <a:p>
            <a:pPr lvl="0"/>
            <a:r>
              <a:rPr lang="en-US" sz="2000" b="1" dirty="0">
                <a:latin typeface="+mn-lt"/>
              </a:rPr>
              <a:t>Do not rely on a school-issued laptop</a:t>
            </a:r>
            <a:r>
              <a:rPr lang="en-US" sz="2000" dirty="0">
                <a:latin typeface="+mn-lt"/>
              </a:rPr>
              <a:t> </a:t>
            </a:r>
          </a:p>
          <a:p>
            <a:pPr lvl="1"/>
            <a:r>
              <a:rPr lang="en-US" sz="2000" dirty="0">
                <a:latin typeface="+mn-lt"/>
              </a:rPr>
              <a:t>GitHub access is restricted on school devices </a:t>
            </a:r>
          </a:p>
          <a:p>
            <a:pPr lvl="1"/>
            <a:r>
              <a:rPr lang="en-US" sz="2000" dirty="0">
                <a:latin typeface="+mn-lt"/>
              </a:rPr>
              <a:t>We will use GitHub throughout the tryout process </a:t>
            </a:r>
          </a:p>
          <a:p>
            <a:pPr lvl="0"/>
            <a:r>
              <a:rPr lang="en-US" sz="2000" dirty="0">
                <a:latin typeface="+mn-lt"/>
              </a:rPr>
              <a:t>Bring your </a:t>
            </a:r>
            <a:r>
              <a:rPr lang="en-US" sz="2000" b="1" dirty="0">
                <a:latin typeface="+mn-lt"/>
              </a:rPr>
              <a:t>laptop charger</a:t>
            </a:r>
            <a:r>
              <a:rPr lang="en-US" sz="2000" dirty="0">
                <a:latin typeface="+mn-lt"/>
              </a:rPr>
              <a:t> </a:t>
            </a:r>
          </a:p>
          <a:p>
            <a:pPr lvl="0"/>
            <a:r>
              <a:rPr lang="en-US" sz="2000" dirty="0">
                <a:latin typeface="+mn-lt"/>
              </a:rPr>
              <a:t>Make sure your laptop: </a:t>
            </a:r>
          </a:p>
          <a:p>
            <a:pPr lvl="1"/>
            <a:r>
              <a:rPr lang="en-US" sz="2000" dirty="0">
                <a:latin typeface="+mn-lt"/>
              </a:rPr>
              <a:t>Can connect to Wi-Fi </a:t>
            </a:r>
          </a:p>
          <a:p>
            <a:pPr lvl="1"/>
            <a:r>
              <a:rPr lang="en-US" sz="2000" dirty="0">
                <a:latin typeface="+mn-lt"/>
              </a:rPr>
              <a:t>Has a modern browser such as Chrome, Edge, or Firefox </a:t>
            </a:r>
          </a:p>
          <a:p>
            <a:pPr lvl="1"/>
            <a:r>
              <a:rPr lang="en-US" sz="2000" dirty="0">
                <a:latin typeface="+mn-lt"/>
              </a:rPr>
              <a:t>Can access GitHub </a:t>
            </a:r>
          </a:p>
          <a:p>
            <a:pPr marL="0" indent="0">
              <a:buNone/>
            </a:pPr>
            <a:br>
              <a:rPr lang="en-US" sz="2000" b="1" dirty="0">
                <a:latin typeface="+mn-lt"/>
              </a:rPr>
            </a:br>
            <a:r>
              <a:rPr lang="en-US" sz="2000" b="1" dirty="0">
                <a:latin typeface="+mn-lt"/>
              </a:rPr>
              <a:t>You do not need to install Java, VS Code, or </a:t>
            </a:r>
            <a:r>
              <a:rPr lang="en-US" sz="2000" b="1" dirty="0" err="1">
                <a:latin typeface="+mn-lt"/>
              </a:rPr>
              <a:t>WPILib</a:t>
            </a:r>
            <a:r>
              <a:rPr lang="en-US" sz="2000" b="1" dirty="0">
                <a:latin typeface="+mn-lt"/>
              </a:rPr>
              <a:t> during the tryouts.</a:t>
            </a:r>
            <a:endParaRPr lang="en-US" sz="2000" dirty="0">
              <a:latin typeface="+mn-lt"/>
            </a:endParaRPr>
          </a:p>
          <a:p>
            <a:pPr marL="0" indent="0">
              <a:buNone/>
            </a:pP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We will use </a:t>
            </a:r>
            <a:r>
              <a:rPr lang="en-US" sz="2000" b="1" dirty="0">
                <a:latin typeface="+mn-lt"/>
              </a:rPr>
              <a:t>GitHub </a:t>
            </a:r>
            <a:r>
              <a:rPr lang="en-US" sz="2000" b="1" dirty="0" err="1">
                <a:latin typeface="+mn-lt"/>
              </a:rPr>
              <a:t>Codespaces</a:t>
            </a:r>
            <a:r>
              <a:rPr lang="en-US" sz="2000" dirty="0">
                <a:latin typeface="+mn-lt"/>
              </a:rPr>
              <a:t>, which runs the development environment in your browser.</a:t>
            </a:r>
          </a:p>
        </p:txBody>
      </p:sp>
    </p:spTree>
    <p:extLst>
      <p:ext uri="{BB962C8B-B14F-4D97-AF65-F5344CB8AC3E}">
        <p14:creationId xmlns:p14="http://schemas.microsoft.com/office/powerpoint/2010/main" val="587411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9CFA-AEDB-0BC6-D47B-5BBBD34F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your GitHub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E1527-2350-F831-CF23-2BE59D667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latin typeface="+mn-lt"/>
              </a:rPr>
              <a:t>You need a free GitHub account for programming tryouts.</a:t>
            </a:r>
            <a:endParaRPr lang="en-US" sz="2000" dirty="0">
              <a:latin typeface="+mn-lt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latin typeface="+mn-lt"/>
              </a:rPr>
              <a:t>Sign up at: </a:t>
            </a:r>
            <a:r>
              <a:rPr lang="en-US" sz="2000" dirty="0">
                <a:latin typeface="+mn-lt"/>
                <a:hlinkClick r:id="rId2"/>
              </a:rPr>
              <a:t>https://github.com/signup</a:t>
            </a: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When creating your account:</a:t>
            </a:r>
          </a:p>
          <a:p>
            <a:pPr lvl="0"/>
            <a:r>
              <a:rPr lang="en-US" sz="2000" dirty="0">
                <a:latin typeface="+mn-lt"/>
              </a:rPr>
              <a:t>Use your </a:t>
            </a:r>
            <a:r>
              <a:rPr lang="en-US" sz="2000" b="1" dirty="0">
                <a:latin typeface="+mn-lt"/>
              </a:rPr>
              <a:t>school email address</a:t>
            </a:r>
            <a:r>
              <a:rPr lang="en-US" sz="2000" dirty="0">
                <a:latin typeface="+mn-lt"/>
              </a:rPr>
              <a:t> </a:t>
            </a:r>
          </a:p>
          <a:p>
            <a:pPr lvl="0"/>
            <a:r>
              <a:rPr lang="en-US" sz="2000" dirty="0">
                <a:latin typeface="+mn-lt"/>
              </a:rPr>
              <a:t>Choose a username you will recognize and remember </a:t>
            </a:r>
          </a:p>
          <a:p>
            <a:pPr lvl="0"/>
            <a:r>
              <a:rPr lang="en-US" sz="2000" dirty="0">
                <a:latin typeface="+mn-lt"/>
              </a:rPr>
              <a:t>Create a secure password </a:t>
            </a:r>
          </a:p>
          <a:p>
            <a:pPr lvl="0">
              <a:spcAft>
                <a:spcPts val="1000"/>
              </a:spcAft>
            </a:pPr>
            <a:r>
              <a:rPr lang="en-US" sz="2000" dirty="0">
                <a:latin typeface="+mn-lt"/>
              </a:rPr>
              <a:t>Remember your </a:t>
            </a:r>
            <a:r>
              <a:rPr lang="en-US" sz="2000" b="1" dirty="0">
                <a:latin typeface="+mn-lt"/>
              </a:rPr>
              <a:t>email, username, and password</a:t>
            </a:r>
            <a:r>
              <a:rPr lang="en-US" sz="2000" dirty="0">
                <a:latin typeface="+mn-lt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Important</a:t>
            </a:r>
            <a:endParaRPr lang="en-US" sz="2000" dirty="0">
              <a:latin typeface="+mn-lt"/>
            </a:endParaRPr>
          </a:p>
          <a:p>
            <a:pPr lvl="0"/>
            <a:r>
              <a:rPr lang="en-US" sz="2000" dirty="0">
                <a:latin typeface="+mn-lt"/>
              </a:rPr>
              <a:t>GitHub accounts are free </a:t>
            </a:r>
          </a:p>
          <a:p>
            <a:pPr lvl="0"/>
            <a:r>
              <a:rPr lang="en-US" sz="2000" b="1" dirty="0">
                <a:latin typeface="+mn-lt"/>
              </a:rPr>
              <a:t>Do not enter any credit card or payment information</a:t>
            </a:r>
            <a:r>
              <a:rPr lang="en-US" sz="2000" dirty="0">
                <a:latin typeface="+mn-lt"/>
              </a:rPr>
              <a:t> </a:t>
            </a:r>
          </a:p>
          <a:p>
            <a:pPr lvl="0"/>
            <a:r>
              <a:rPr lang="en-US" sz="2000" dirty="0">
                <a:latin typeface="+mn-lt"/>
              </a:rPr>
              <a:t>You do not need to purchase GitHub Pro or any paid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01648-25FC-5C20-BAF4-07836B6A5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352" y="2405471"/>
            <a:ext cx="4524416" cy="243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6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3E0F5-9DB8-B384-3230-8347B573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the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803DC-8EF3-DDF2-E33E-4927BF9F1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+mn-lt"/>
              </a:rPr>
              <a:t>These are the core tools we’ll use during programming tryouts.</a:t>
            </a: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Don’t worry if these terms are new.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We’ll introduce them step by step and use them throughout tryouts.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12E5B-6D37-54D5-92E5-226262065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91309"/>
              </p:ext>
            </p:extLst>
          </p:nvPr>
        </p:nvGraphicFramePr>
        <p:xfrm>
          <a:off x="1176866" y="1938865"/>
          <a:ext cx="9440333" cy="2966720"/>
        </p:xfrm>
        <a:graphic>
          <a:graphicData uri="http://schemas.openxmlformats.org/drawingml/2006/table">
            <a:tbl>
              <a:tblPr firstCol="1">
                <a:tableStyleId>{93296810-A885-4BE3-A3E7-6D5BEEA58F35}</a:tableStyleId>
              </a:tblPr>
              <a:tblGrid>
                <a:gridCol w="2664927">
                  <a:extLst>
                    <a:ext uri="{9D8B030D-6E8A-4147-A177-3AD203B41FA5}">
                      <a16:colId xmlns:a16="http://schemas.microsoft.com/office/drawing/2014/main" val="2212346832"/>
                    </a:ext>
                  </a:extLst>
                </a:gridCol>
                <a:gridCol w="6775406">
                  <a:extLst>
                    <a:ext uri="{9D8B030D-6E8A-4147-A177-3AD203B41FA5}">
                      <a16:colId xmlns:a16="http://schemas.microsoft.com/office/drawing/2014/main" val="2402643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programming language we’ll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9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tracks changes to code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955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stores code and helps us collaborate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66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a project and its files live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58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saved checkpoint of your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55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Pull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way to submit changes for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8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GitHub </a:t>
                      </a:r>
                      <a:r>
                        <a:rPr lang="en-US" dirty="0" err="1"/>
                        <a:t>Codespaces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browser-based development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35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editor in </a:t>
                      </a:r>
                      <a:r>
                        <a:rPr lang="en-US" dirty="0" err="1"/>
                        <a:t>codespaces</a:t>
                      </a:r>
                      <a:r>
                        <a:rPr lang="en-US" dirty="0"/>
                        <a:t> where we write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86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247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A20F6-EE97-0F96-E103-FFD0FD55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Programming Tryouts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BD57E-B222-CAE9-5F16-C06CBDEC3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90693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+mn-lt"/>
              </a:rPr>
              <a:t>GitHub Repository: </a:t>
            </a:r>
            <a:r>
              <a:rPr lang="en-US" sz="2000" dirty="0">
                <a:latin typeface="+mn-lt"/>
                <a:hlinkClick r:id="rId2"/>
              </a:rPr>
              <a:t>https://github.com/FRCTeam2910/2026-2027-P1-Tryouts</a:t>
            </a:r>
            <a:endParaRPr lang="en-US" sz="2000" dirty="0">
              <a:latin typeface="+mn-lt"/>
            </a:endParaRPr>
          </a:p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You’ll use it to:</a:t>
            </a:r>
          </a:p>
          <a:p>
            <a:pPr lvl="0"/>
            <a:r>
              <a:rPr lang="en-US" sz="2000" dirty="0">
                <a:latin typeface="+mn-lt"/>
              </a:rPr>
              <a:t>Access coding examples and exercises </a:t>
            </a:r>
          </a:p>
          <a:p>
            <a:pPr lvl="0"/>
            <a:r>
              <a:rPr lang="en-US" sz="2000" dirty="0">
                <a:latin typeface="+mn-lt"/>
              </a:rPr>
              <a:t>Find assignment instructions </a:t>
            </a:r>
          </a:p>
          <a:p>
            <a:pPr lvl="0"/>
            <a:r>
              <a:rPr lang="en-US" sz="2000" dirty="0">
                <a:latin typeface="+mn-lt"/>
              </a:rPr>
              <a:t>Work in GitHub </a:t>
            </a:r>
            <a:r>
              <a:rPr lang="en-US" sz="2000" dirty="0" err="1">
                <a:latin typeface="+mn-lt"/>
              </a:rPr>
              <a:t>Codespaces</a:t>
            </a:r>
            <a:r>
              <a:rPr lang="en-US" sz="2000" dirty="0">
                <a:latin typeface="+mn-lt"/>
              </a:rPr>
              <a:t> </a:t>
            </a:r>
          </a:p>
          <a:p>
            <a:pPr lvl="0"/>
            <a:r>
              <a:rPr lang="en-US" sz="2000" dirty="0">
                <a:latin typeface="+mn-lt"/>
              </a:rPr>
              <a:t>Submit your code </a:t>
            </a:r>
          </a:p>
          <a:p>
            <a:pPr lvl="0"/>
            <a:r>
              <a:rPr lang="en-US" sz="2000" dirty="0">
                <a:latin typeface="+mn-lt"/>
              </a:rPr>
              <a:t>Track changes using Git </a:t>
            </a:r>
          </a:p>
          <a:p>
            <a:pPr lvl="0"/>
            <a:r>
              <a:rPr lang="en-US" sz="2000" dirty="0">
                <a:latin typeface="+mn-lt"/>
              </a:rPr>
              <a:t>Ask questions through GitHub Discussions </a:t>
            </a: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Think of the repository as our shared programming workspace for tryouts.</a:t>
            </a:r>
            <a:endParaRPr lang="en-US" sz="20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6439B-F8C8-2521-4C6D-2DC94F394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59497"/>
            <a:ext cx="5181600" cy="30053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5886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7A3285-370B-4D51-95D0-CAF3D3C7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Discussions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6B737-0A76-EF14-1454-2195ED9CA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464469"/>
            <a:ext cx="5185834" cy="34123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+mn-lt"/>
              </a:rPr>
              <a:t>Stuck? Ask questions early.</a:t>
            </a: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Use </a:t>
            </a:r>
            <a:r>
              <a:rPr lang="en-US" sz="2000" b="1" dirty="0">
                <a:latin typeface="+mn-lt"/>
              </a:rPr>
              <a:t>GitHub Discussions</a:t>
            </a:r>
            <a:r>
              <a:rPr lang="en-US" sz="2000" dirty="0">
                <a:latin typeface="+mn-lt"/>
              </a:rPr>
              <a:t> to:</a:t>
            </a:r>
          </a:p>
          <a:p>
            <a:pPr lvl="0"/>
            <a:r>
              <a:rPr lang="en-US" sz="2000" dirty="0">
                <a:latin typeface="+mn-lt"/>
              </a:rPr>
              <a:t>Ask programming or tryout-related questions </a:t>
            </a:r>
          </a:p>
          <a:p>
            <a:pPr lvl="0"/>
            <a:r>
              <a:rPr lang="en-US" sz="2000" dirty="0">
                <a:latin typeface="+mn-lt"/>
              </a:rPr>
              <a:t>Share what you tried </a:t>
            </a:r>
          </a:p>
          <a:p>
            <a:pPr lvl="0"/>
            <a:r>
              <a:rPr lang="en-US" sz="2000" dirty="0">
                <a:latin typeface="+mn-lt"/>
              </a:rPr>
              <a:t>Include relevant code or error messages </a:t>
            </a:r>
          </a:p>
          <a:p>
            <a:pPr lvl="0"/>
            <a:r>
              <a:rPr lang="en-US" sz="2000" dirty="0">
                <a:latin typeface="+mn-lt"/>
              </a:rPr>
              <a:t>Get guidance from mentors </a:t>
            </a:r>
          </a:p>
          <a:p>
            <a:pPr lvl="0"/>
            <a:r>
              <a:rPr lang="en-US" sz="2000" dirty="0">
                <a:latin typeface="+mn-lt"/>
              </a:rPr>
              <a:t>Learn from questions other students ask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723F1-C4FE-D7C1-AEA7-980F32F1CD5E}"/>
              </a:ext>
            </a:extLst>
          </p:cNvPr>
          <p:cNvSpPr txBox="1"/>
          <p:nvPr/>
        </p:nvSpPr>
        <p:spPr>
          <a:xfrm>
            <a:off x="6265334" y="1872328"/>
            <a:ext cx="5300133" cy="2862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ea typeface="Roboto" panose="020000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When posting a question: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Start a new discussion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Be clear and specific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Explain what you already tried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Keep discussion focused on programming and tryouts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Be respectful and professional </a:t>
            </a:r>
          </a:p>
          <a:p>
            <a:r>
              <a:rPr lang="en-US" dirty="0"/>
              <a:t>Asking for help is encouraged.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203E9-905C-9027-5987-D33EF4F93736}"/>
              </a:ext>
            </a:extLst>
          </p:cNvPr>
          <p:cNvSpPr txBox="1"/>
          <p:nvPr/>
        </p:nvSpPr>
        <p:spPr>
          <a:xfrm>
            <a:off x="1329265" y="5137288"/>
            <a:ext cx="102362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6B5294"/>
                </a:solidFill>
              </a:rPr>
              <a:t>A good rule for students:</a:t>
            </a:r>
            <a:endParaRPr lang="en-US" sz="2000" b="1" dirty="0">
              <a:solidFill>
                <a:srgbClr val="6B5294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DA349"/>
                </a:solidFill>
                <a:latin typeface="+mn-lt"/>
              </a:rPr>
              <a:t>Don’t just say “it doesn’t work”, tell us what you expected, what happened, and what you tried.</a:t>
            </a:r>
            <a:endParaRPr lang="en-US" sz="2000" dirty="0">
              <a:solidFill>
                <a:srgbClr val="0DA34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7948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E9D7C8-2341-41D0-AAE6-0E37F344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GitHub Workflow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469EF8B-14AB-F2AC-272D-209A93E33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Hands on lab.</a:t>
            </a:r>
          </a:p>
        </p:txBody>
      </p:sp>
    </p:spTree>
    <p:extLst>
      <p:ext uri="{BB962C8B-B14F-4D97-AF65-F5344CB8AC3E}">
        <p14:creationId xmlns:p14="http://schemas.microsoft.com/office/powerpoint/2010/main" val="2246628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80F4-F0B0-2274-878A-3A8962D4F9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2E9F-5739-274F-5FDE-94211D7B1E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See you next meeting.</a:t>
            </a:r>
          </a:p>
        </p:txBody>
      </p:sp>
    </p:spTree>
    <p:extLst>
      <p:ext uri="{BB962C8B-B14F-4D97-AF65-F5344CB8AC3E}">
        <p14:creationId xmlns:p14="http://schemas.microsoft.com/office/powerpoint/2010/main" val="3130337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846</Words>
  <Application>Microsoft Office PowerPoint</Application>
  <PresentationFormat>Widescreen</PresentationFormat>
  <Paragraphs>179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Roboto</vt:lpstr>
      <vt:lpstr>Roboto Light</vt:lpstr>
      <vt:lpstr>Office Theme</vt:lpstr>
      <vt:lpstr>Programming Tryouts</vt:lpstr>
      <vt:lpstr>🛜LibBox</vt:lpstr>
      <vt:lpstr>Welcome to Programming Tryouts!</vt:lpstr>
      <vt:lpstr>Introduction</vt:lpstr>
      <vt:lpstr>About me</vt:lpstr>
      <vt:lpstr>What does Programming do?</vt:lpstr>
      <vt:lpstr>What are we looking for?</vt:lpstr>
      <vt:lpstr>Using AI during Programming Tryouts</vt:lpstr>
      <vt:lpstr>Programming Tryouts Schedule</vt:lpstr>
      <vt:lpstr>What to Bring?</vt:lpstr>
      <vt:lpstr>Create your GitHub Account</vt:lpstr>
      <vt:lpstr>Tools of the Trade</vt:lpstr>
      <vt:lpstr>Programming Tryouts Repository</vt:lpstr>
      <vt:lpstr>GitHub Discussions</vt:lpstr>
      <vt:lpstr>GitHub Workflow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Devang Doshi</dc:creator>
  <cp:lastModifiedBy>Devang Doshi</cp:lastModifiedBy>
  <cp:revision>2</cp:revision>
  <dcterms:created xsi:type="dcterms:W3CDTF">2025-11-02T01:18:45Z</dcterms:created>
  <dcterms:modified xsi:type="dcterms:W3CDTF">2026-09-17T23:57:05Z</dcterms:modified>
</cp:coreProperties>
</file>