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62" r:id="rId3"/>
    <p:sldId id="257" r:id="rId4"/>
    <p:sldId id="260" r:id="rId5"/>
    <p:sldId id="272" r:id="rId6"/>
    <p:sldId id="261" r:id="rId7"/>
    <p:sldId id="273" r:id="rId8"/>
    <p:sldId id="274" r:id="rId9"/>
    <p:sldId id="302" r:id="rId10"/>
    <p:sldId id="276" r:id="rId11"/>
    <p:sldId id="277" r:id="rId12"/>
    <p:sldId id="303" r:id="rId13"/>
    <p:sldId id="279" r:id="rId14"/>
    <p:sldId id="280" r:id="rId15"/>
    <p:sldId id="285" r:id="rId16"/>
    <p:sldId id="281" r:id="rId17"/>
    <p:sldId id="282" r:id="rId18"/>
    <p:sldId id="283" r:id="rId19"/>
    <p:sldId id="304" r:id="rId20"/>
    <p:sldId id="284" r:id="rId21"/>
    <p:sldId id="286" r:id="rId22"/>
    <p:sldId id="287" r:id="rId23"/>
    <p:sldId id="288" r:id="rId24"/>
    <p:sldId id="289" r:id="rId25"/>
    <p:sldId id="290" r:id="rId26"/>
    <p:sldId id="291" r:id="rId27"/>
    <p:sldId id="292" r:id="rId28"/>
    <p:sldId id="293" r:id="rId29"/>
    <p:sldId id="296" r:id="rId30"/>
    <p:sldId id="294" r:id="rId31"/>
    <p:sldId id="297" r:id="rId32"/>
    <p:sldId id="295" r:id="rId33"/>
    <p:sldId id="298" r:id="rId34"/>
    <p:sldId id="305" r:id="rId35"/>
    <p:sldId id="27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5294"/>
    <a:srgbClr val="0DA349"/>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170D97-D9C5-467A-9D2B-944794E11089}" v="142" dt="2026-09-22T00:21:39.8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81960" autoAdjust="0"/>
  </p:normalViewPr>
  <p:slideViewPr>
    <p:cSldViewPr snapToGrid="0">
      <p:cViewPr varScale="1">
        <p:scale>
          <a:sx n="92" d="100"/>
          <a:sy n="92" d="100"/>
        </p:scale>
        <p:origin x="4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ang Doshi" userId="6d7c14442e64f2c8" providerId="LiveId" clId="{2C82210D-D3A9-4BCD-907E-9A5C3D30F3A8}"/>
    <pc:docChg chg="undo custSel addSld delSld modSld sldOrd">
      <pc:chgData name="Devang Doshi" userId="6d7c14442e64f2c8" providerId="LiveId" clId="{2C82210D-D3A9-4BCD-907E-9A5C3D30F3A8}" dt="2026-09-22T00:22:52.644" v="8050" actId="6549"/>
      <pc:docMkLst>
        <pc:docMk/>
      </pc:docMkLst>
      <pc:sldChg chg="modSp mod">
        <pc:chgData name="Devang Doshi" userId="6d7c14442e64f2c8" providerId="LiveId" clId="{2C82210D-D3A9-4BCD-907E-9A5C3D30F3A8}" dt="2026-09-21T05:46:16.245" v="104" actId="207"/>
        <pc:sldMkLst>
          <pc:docMk/>
          <pc:sldMk cId="3130525166" sldId="256"/>
        </pc:sldMkLst>
        <pc:spChg chg="mod">
          <ac:chgData name="Devang Doshi" userId="6d7c14442e64f2c8" providerId="LiveId" clId="{2C82210D-D3A9-4BCD-907E-9A5C3D30F3A8}" dt="2026-09-21T05:46:16.245" v="104" actId="207"/>
          <ac:spMkLst>
            <pc:docMk/>
            <pc:sldMk cId="3130525166" sldId="256"/>
            <ac:spMk id="4" creationId="{C0D3630C-9245-1977-7923-E8F50ACEFB91}"/>
          </ac:spMkLst>
        </pc:spChg>
        <pc:spChg chg="mod">
          <ac:chgData name="Devang Doshi" userId="6d7c14442e64f2c8" providerId="LiveId" clId="{2C82210D-D3A9-4BCD-907E-9A5C3D30F3A8}" dt="2026-09-21T05:44:42.362" v="48" actId="20577"/>
          <ac:spMkLst>
            <pc:docMk/>
            <pc:sldMk cId="3130525166" sldId="256"/>
            <ac:spMk id="5" creationId="{30D5308D-DE75-DEEF-78D4-D3892979BD41}"/>
          </ac:spMkLst>
        </pc:spChg>
      </pc:sldChg>
      <pc:sldChg chg="modSp mod">
        <pc:chgData name="Devang Doshi" userId="6d7c14442e64f2c8" providerId="LiveId" clId="{2C82210D-D3A9-4BCD-907E-9A5C3D30F3A8}" dt="2026-09-21T05:47:48.744" v="213" actId="20577"/>
        <pc:sldMkLst>
          <pc:docMk/>
          <pc:sldMk cId="2682154851" sldId="257"/>
        </pc:sldMkLst>
        <pc:spChg chg="mod">
          <ac:chgData name="Devang Doshi" userId="6d7c14442e64f2c8" providerId="LiveId" clId="{2C82210D-D3A9-4BCD-907E-9A5C3D30F3A8}" dt="2026-09-21T05:46:41.207" v="111" actId="20577"/>
          <ac:spMkLst>
            <pc:docMk/>
            <pc:sldMk cId="2682154851" sldId="257"/>
            <ac:spMk id="4" creationId="{8EEC6258-5B31-EF66-15CF-4178067C1930}"/>
          </ac:spMkLst>
        </pc:spChg>
        <pc:spChg chg="mod">
          <ac:chgData name="Devang Doshi" userId="6d7c14442e64f2c8" providerId="LiveId" clId="{2C82210D-D3A9-4BCD-907E-9A5C3D30F3A8}" dt="2026-09-21T05:47:48.744" v="213" actId="20577"/>
          <ac:spMkLst>
            <pc:docMk/>
            <pc:sldMk cId="2682154851" sldId="257"/>
            <ac:spMk id="8" creationId="{E9A3E9B1-C33F-F07F-19EC-9F7EA697622B}"/>
          </ac:spMkLst>
        </pc:spChg>
        <pc:graphicFrameChg chg="modGraphic">
          <ac:chgData name="Devang Doshi" userId="6d7c14442e64f2c8" providerId="LiveId" clId="{2C82210D-D3A9-4BCD-907E-9A5C3D30F3A8}" dt="2026-09-21T05:47:20.073" v="155" actId="20577"/>
          <ac:graphicFrameMkLst>
            <pc:docMk/>
            <pc:sldMk cId="2682154851" sldId="257"/>
            <ac:graphicFrameMk id="7" creationId="{D090ABC3-F276-D773-B84C-D7CA56A2013A}"/>
          </ac:graphicFrameMkLst>
        </pc:graphicFrameChg>
      </pc:sldChg>
      <pc:sldChg chg="del">
        <pc:chgData name="Devang Doshi" userId="6d7c14442e64f2c8" providerId="LiveId" clId="{2C82210D-D3A9-4BCD-907E-9A5C3D30F3A8}" dt="2026-09-21T05:47:56.165" v="214" actId="47"/>
        <pc:sldMkLst>
          <pc:docMk/>
          <pc:sldMk cId="2691919881" sldId="258"/>
        </pc:sldMkLst>
      </pc:sldChg>
      <pc:sldChg chg="del">
        <pc:chgData name="Devang Doshi" userId="6d7c14442e64f2c8" providerId="LiveId" clId="{2C82210D-D3A9-4BCD-907E-9A5C3D30F3A8}" dt="2026-09-21T05:47:59.425" v="215" actId="47"/>
        <pc:sldMkLst>
          <pc:docMk/>
          <pc:sldMk cId="4055564597" sldId="259"/>
        </pc:sldMkLst>
      </pc:sldChg>
      <pc:sldChg chg="delSp modSp mod ord">
        <pc:chgData name="Devang Doshi" userId="6d7c14442e64f2c8" providerId="LiveId" clId="{2C82210D-D3A9-4BCD-907E-9A5C3D30F3A8}" dt="2026-09-21T05:55:13.207" v="598"/>
        <pc:sldMkLst>
          <pc:docMk/>
          <pc:sldMk cId="3232581474" sldId="260"/>
        </pc:sldMkLst>
        <pc:spChg chg="mod">
          <ac:chgData name="Devang Doshi" userId="6d7c14442e64f2c8" providerId="LiveId" clId="{2C82210D-D3A9-4BCD-907E-9A5C3D30F3A8}" dt="2026-09-21T05:53:47.590" v="565" actId="20577"/>
          <ac:spMkLst>
            <pc:docMk/>
            <pc:sldMk cId="3232581474" sldId="260"/>
            <ac:spMk id="4" creationId="{2EB75C1F-0766-54FE-5C4F-2BB7B26AA5DD}"/>
          </ac:spMkLst>
        </pc:spChg>
        <pc:spChg chg="mod">
          <ac:chgData name="Devang Doshi" userId="6d7c14442e64f2c8" providerId="LiveId" clId="{2C82210D-D3A9-4BCD-907E-9A5C3D30F3A8}" dt="2026-09-21T05:53:13.839" v="544" actId="20577"/>
          <ac:spMkLst>
            <pc:docMk/>
            <pc:sldMk cId="3232581474" sldId="260"/>
            <ac:spMk id="6" creationId="{7F06DE0F-CC7F-FD74-5048-D79252B0B42A}"/>
          </ac:spMkLst>
        </pc:spChg>
        <pc:picChg chg="del">
          <ac:chgData name="Devang Doshi" userId="6d7c14442e64f2c8" providerId="LiveId" clId="{2C82210D-D3A9-4BCD-907E-9A5C3D30F3A8}" dt="2026-09-21T05:48:52.199" v="249" actId="478"/>
          <ac:picMkLst>
            <pc:docMk/>
            <pc:sldMk cId="3232581474" sldId="260"/>
            <ac:picMk id="8" creationId="{8962A742-19B8-0A07-F5B7-2C389C5EB476}"/>
          </ac:picMkLst>
        </pc:picChg>
      </pc:sldChg>
      <pc:sldChg chg="addSp delSp modSp mod modNotesTx">
        <pc:chgData name="Devang Doshi" userId="6d7c14442e64f2c8" providerId="LiveId" clId="{2C82210D-D3A9-4BCD-907E-9A5C3D30F3A8}" dt="2026-09-21T06:27:56.865" v="1297" actId="207"/>
        <pc:sldMkLst>
          <pc:docMk/>
          <pc:sldMk cId="3289186809" sldId="261"/>
        </pc:sldMkLst>
        <pc:spChg chg="add mod ord">
          <ac:chgData name="Devang Doshi" userId="6d7c14442e64f2c8" providerId="LiveId" clId="{2C82210D-D3A9-4BCD-907E-9A5C3D30F3A8}" dt="2026-09-21T06:18:01.728" v="1273" actId="14100"/>
          <ac:spMkLst>
            <pc:docMk/>
            <pc:sldMk cId="3289186809" sldId="261"/>
            <ac:spMk id="3" creationId="{85ED5077-960E-2D95-167D-010A15BA0394}"/>
          </ac:spMkLst>
        </pc:spChg>
        <pc:spChg chg="mod">
          <ac:chgData name="Devang Doshi" userId="6d7c14442e64f2c8" providerId="LiveId" clId="{2C82210D-D3A9-4BCD-907E-9A5C3D30F3A8}" dt="2026-09-21T05:55:18.584" v="607" actId="20577"/>
          <ac:spMkLst>
            <pc:docMk/>
            <pc:sldMk cId="3289186809" sldId="261"/>
            <ac:spMk id="4" creationId="{E9DD25BA-29E8-2B43-0CB0-CF9F07964751}"/>
          </ac:spMkLst>
        </pc:spChg>
        <pc:spChg chg="del">
          <ac:chgData name="Devang Doshi" userId="6d7c14442e64f2c8" providerId="LiveId" clId="{2C82210D-D3A9-4BCD-907E-9A5C3D30F3A8}" dt="2026-09-21T05:55:32.408" v="610" actId="478"/>
          <ac:spMkLst>
            <pc:docMk/>
            <pc:sldMk cId="3289186809" sldId="261"/>
            <ac:spMk id="5" creationId="{C1A3BDB8-C67C-6E0D-E555-13E4694315AA}"/>
          </ac:spMkLst>
        </pc:spChg>
        <pc:spChg chg="del">
          <ac:chgData name="Devang Doshi" userId="6d7c14442e64f2c8" providerId="LiveId" clId="{2C82210D-D3A9-4BCD-907E-9A5C3D30F3A8}" dt="2026-09-21T05:55:22.466" v="608" actId="478"/>
          <ac:spMkLst>
            <pc:docMk/>
            <pc:sldMk cId="3289186809" sldId="261"/>
            <ac:spMk id="6" creationId="{AD777AC2-BB6A-14B1-B9E8-5CC35AA1007F}"/>
          </ac:spMkLst>
        </pc:spChg>
        <pc:spChg chg="del">
          <ac:chgData name="Devang Doshi" userId="6d7c14442e64f2c8" providerId="LiveId" clId="{2C82210D-D3A9-4BCD-907E-9A5C3D30F3A8}" dt="2026-09-21T05:55:34.535" v="611" actId="478"/>
          <ac:spMkLst>
            <pc:docMk/>
            <pc:sldMk cId="3289186809" sldId="261"/>
            <ac:spMk id="8" creationId="{738A4E98-953D-CAEA-94E8-AC0150C6894A}"/>
          </ac:spMkLst>
        </pc:spChg>
        <pc:spChg chg="add mod">
          <ac:chgData name="Devang Doshi" userId="6d7c14442e64f2c8" providerId="LiveId" clId="{2C82210D-D3A9-4BCD-907E-9A5C3D30F3A8}" dt="2026-09-21T06:27:56.865" v="1297" actId="207"/>
          <ac:spMkLst>
            <pc:docMk/>
            <pc:sldMk cId="3289186809" sldId="261"/>
            <ac:spMk id="9" creationId="{E67A8EB1-8DD3-030D-EE2A-0AA5622DB7F1}"/>
          </ac:spMkLst>
        </pc:spChg>
      </pc:sldChg>
      <pc:sldChg chg="del">
        <pc:chgData name="Devang Doshi" userId="6d7c14442e64f2c8" providerId="LiveId" clId="{2C82210D-D3A9-4BCD-907E-9A5C3D30F3A8}" dt="2026-09-21T05:55:41.102" v="612" actId="47"/>
        <pc:sldMkLst>
          <pc:docMk/>
          <pc:sldMk cId="2768986080" sldId="263"/>
        </pc:sldMkLst>
      </pc:sldChg>
      <pc:sldChg chg="del">
        <pc:chgData name="Devang Doshi" userId="6d7c14442e64f2c8" providerId="LiveId" clId="{2C82210D-D3A9-4BCD-907E-9A5C3D30F3A8}" dt="2026-09-21T05:55:41.102" v="612" actId="47"/>
        <pc:sldMkLst>
          <pc:docMk/>
          <pc:sldMk cId="2415973638" sldId="264"/>
        </pc:sldMkLst>
      </pc:sldChg>
      <pc:sldChg chg="del">
        <pc:chgData name="Devang Doshi" userId="6d7c14442e64f2c8" providerId="LiveId" clId="{2C82210D-D3A9-4BCD-907E-9A5C3D30F3A8}" dt="2026-09-21T05:55:41.102" v="612" actId="47"/>
        <pc:sldMkLst>
          <pc:docMk/>
          <pc:sldMk cId="587411194" sldId="265"/>
        </pc:sldMkLst>
      </pc:sldChg>
      <pc:sldChg chg="del">
        <pc:chgData name="Devang Doshi" userId="6d7c14442e64f2c8" providerId="LiveId" clId="{2C82210D-D3A9-4BCD-907E-9A5C3D30F3A8}" dt="2026-09-21T05:55:41.102" v="612" actId="47"/>
        <pc:sldMkLst>
          <pc:docMk/>
          <pc:sldMk cId="1144769670" sldId="266"/>
        </pc:sldMkLst>
      </pc:sldChg>
      <pc:sldChg chg="del">
        <pc:chgData name="Devang Doshi" userId="6d7c14442e64f2c8" providerId="LiveId" clId="{2C82210D-D3A9-4BCD-907E-9A5C3D30F3A8}" dt="2026-09-21T05:55:41.102" v="612" actId="47"/>
        <pc:sldMkLst>
          <pc:docMk/>
          <pc:sldMk cId="975247516" sldId="267"/>
        </pc:sldMkLst>
      </pc:sldChg>
      <pc:sldChg chg="modSp add del mod">
        <pc:chgData name="Devang Doshi" userId="6d7c14442e64f2c8" providerId="LiveId" clId="{2C82210D-D3A9-4BCD-907E-9A5C3D30F3A8}" dt="2026-09-21T06:17:10.637" v="1264" actId="47"/>
        <pc:sldMkLst>
          <pc:docMk/>
          <pc:sldMk cId="1225886667" sldId="268"/>
        </pc:sldMkLst>
        <pc:spChg chg="mod">
          <ac:chgData name="Devang Doshi" userId="6d7c14442e64f2c8" providerId="LiveId" clId="{2C82210D-D3A9-4BCD-907E-9A5C3D30F3A8}" dt="2026-09-21T06:17:01.351" v="1263" actId="20577"/>
          <ac:spMkLst>
            <pc:docMk/>
            <pc:sldMk cId="1225886667" sldId="268"/>
            <ac:spMk id="2" creationId="{CC3A20F6-EE97-0F96-E103-FFD0FD5564EB}"/>
          </ac:spMkLst>
        </pc:spChg>
      </pc:sldChg>
      <pc:sldChg chg="del">
        <pc:chgData name="Devang Doshi" userId="6d7c14442e64f2c8" providerId="LiveId" clId="{2C82210D-D3A9-4BCD-907E-9A5C3D30F3A8}" dt="2026-09-21T05:55:41.102" v="612" actId="47"/>
        <pc:sldMkLst>
          <pc:docMk/>
          <pc:sldMk cId="887948291" sldId="269"/>
        </pc:sldMkLst>
      </pc:sldChg>
      <pc:sldChg chg="del">
        <pc:chgData name="Devang Doshi" userId="6d7c14442e64f2c8" providerId="LiveId" clId="{2C82210D-D3A9-4BCD-907E-9A5C3D30F3A8}" dt="2026-09-21T05:55:41.102" v="612" actId="47"/>
        <pc:sldMkLst>
          <pc:docMk/>
          <pc:sldMk cId="2246628089" sldId="270"/>
        </pc:sldMkLst>
      </pc:sldChg>
      <pc:sldChg chg="addSp delSp modSp new mod modClrScheme chgLayout">
        <pc:chgData name="Devang Doshi" userId="6d7c14442e64f2c8" providerId="LiveId" clId="{2C82210D-D3A9-4BCD-907E-9A5C3D30F3A8}" dt="2026-09-21T05:55:08.656" v="596" actId="478"/>
        <pc:sldMkLst>
          <pc:docMk/>
          <pc:sldMk cId="3494737895" sldId="272"/>
        </pc:sldMkLst>
        <pc:spChg chg="del mod ord">
          <ac:chgData name="Devang Doshi" userId="6d7c14442e64f2c8" providerId="LiveId" clId="{2C82210D-D3A9-4BCD-907E-9A5C3D30F3A8}" dt="2026-09-21T05:54:57.134" v="580" actId="700"/>
          <ac:spMkLst>
            <pc:docMk/>
            <pc:sldMk cId="3494737895" sldId="272"/>
            <ac:spMk id="2" creationId="{093AC95D-440A-9428-3B2B-CB6F55F5AF50}"/>
          </ac:spMkLst>
        </pc:spChg>
        <pc:spChg chg="del mod ord">
          <ac:chgData name="Devang Doshi" userId="6d7c14442e64f2c8" providerId="LiveId" clId="{2C82210D-D3A9-4BCD-907E-9A5C3D30F3A8}" dt="2026-09-21T05:54:57.134" v="580" actId="700"/>
          <ac:spMkLst>
            <pc:docMk/>
            <pc:sldMk cId="3494737895" sldId="272"/>
            <ac:spMk id="3" creationId="{E6B27103-21C1-FC83-8549-C6CE4D481B63}"/>
          </ac:spMkLst>
        </pc:spChg>
        <pc:spChg chg="add mod ord">
          <ac:chgData name="Devang Doshi" userId="6d7c14442e64f2c8" providerId="LiveId" clId="{2C82210D-D3A9-4BCD-907E-9A5C3D30F3A8}" dt="2026-09-21T05:55:03.198" v="595" actId="20577"/>
          <ac:spMkLst>
            <pc:docMk/>
            <pc:sldMk cId="3494737895" sldId="272"/>
            <ac:spMk id="4" creationId="{BED097D9-2165-FCF0-25B8-2C10920251FB}"/>
          </ac:spMkLst>
        </pc:spChg>
        <pc:spChg chg="add del mod ord">
          <ac:chgData name="Devang Doshi" userId="6d7c14442e64f2c8" providerId="LiveId" clId="{2C82210D-D3A9-4BCD-907E-9A5C3D30F3A8}" dt="2026-09-21T05:55:08.656" v="596" actId="478"/>
          <ac:spMkLst>
            <pc:docMk/>
            <pc:sldMk cId="3494737895" sldId="272"/>
            <ac:spMk id="5" creationId="{F96DB7E3-8F55-8F39-7E6C-7886892A182B}"/>
          </ac:spMkLst>
        </pc:spChg>
      </pc:sldChg>
      <pc:sldChg chg="addSp delSp modSp add mod modNotesTx">
        <pc:chgData name="Devang Doshi" userId="6d7c14442e64f2c8" providerId="LiveId" clId="{2C82210D-D3A9-4BCD-907E-9A5C3D30F3A8}" dt="2026-09-21T06:44:24.568" v="1457" actId="20577"/>
        <pc:sldMkLst>
          <pc:docMk/>
          <pc:sldMk cId="2278430957" sldId="273"/>
        </pc:sldMkLst>
        <pc:spChg chg="del">
          <ac:chgData name="Devang Doshi" userId="6d7c14442e64f2c8" providerId="LiveId" clId="{2C82210D-D3A9-4BCD-907E-9A5C3D30F3A8}" dt="2026-09-21T06:31:57.012" v="1298" actId="931"/>
          <ac:spMkLst>
            <pc:docMk/>
            <pc:sldMk cId="2278430957" sldId="273"/>
            <ac:spMk id="3" creationId="{F02089EB-E6EF-185A-E6A3-9B86FFE174CB}"/>
          </ac:spMkLst>
        </pc:spChg>
        <pc:spChg chg="mod">
          <ac:chgData name="Devang Doshi" userId="6d7c14442e64f2c8" providerId="LiveId" clId="{2C82210D-D3A9-4BCD-907E-9A5C3D30F3A8}" dt="2026-09-21T05:55:59.327" v="641" actId="20577"/>
          <ac:spMkLst>
            <pc:docMk/>
            <pc:sldMk cId="2278430957" sldId="273"/>
            <ac:spMk id="4" creationId="{D1E4B619-BAAF-6907-CD66-D19BAA03924A}"/>
          </ac:spMkLst>
        </pc:spChg>
        <pc:spChg chg="add del mod">
          <ac:chgData name="Devang Doshi" userId="6d7c14442e64f2c8" providerId="LiveId" clId="{2C82210D-D3A9-4BCD-907E-9A5C3D30F3A8}" dt="2026-09-21T06:34:34.845" v="1305" actId="931"/>
          <ac:spMkLst>
            <pc:docMk/>
            <pc:sldMk cId="2278430957" sldId="273"/>
            <ac:spMk id="7" creationId="{FD4A5C0C-6985-4D53-2B74-D4A741EA95B1}"/>
          </ac:spMkLst>
        </pc:spChg>
        <pc:spChg chg="add del mod">
          <ac:chgData name="Devang Doshi" userId="6d7c14442e64f2c8" providerId="LiveId" clId="{2C82210D-D3A9-4BCD-907E-9A5C3D30F3A8}" dt="2026-09-21T06:36:18.296" v="1322" actId="478"/>
          <ac:spMkLst>
            <pc:docMk/>
            <pc:sldMk cId="2278430957" sldId="273"/>
            <ac:spMk id="13" creationId="{0A000D47-6D37-CD06-67CF-ED7D68FFC3F1}"/>
          </ac:spMkLst>
        </pc:spChg>
        <pc:spChg chg="add mod">
          <ac:chgData name="Devang Doshi" userId="6d7c14442e64f2c8" providerId="LiveId" clId="{2C82210D-D3A9-4BCD-907E-9A5C3D30F3A8}" dt="2026-09-21T06:39:39.796" v="1392" actId="17032"/>
          <ac:spMkLst>
            <pc:docMk/>
            <pc:sldMk cId="2278430957" sldId="273"/>
            <ac:spMk id="14" creationId="{6FD15BF9-61CE-B5E0-F9E7-57B3F37AF664}"/>
          </ac:spMkLst>
        </pc:spChg>
        <pc:spChg chg="add del mod">
          <ac:chgData name="Devang Doshi" userId="6d7c14442e64f2c8" providerId="LiveId" clId="{2C82210D-D3A9-4BCD-907E-9A5C3D30F3A8}" dt="2026-09-21T06:36:15.982" v="1321" actId="22"/>
          <ac:spMkLst>
            <pc:docMk/>
            <pc:sldMk cId="2278430957" sldId="273"/>
            <ac:spMk id="16" creationId="{00DC1647-6422-74ED-FFEC-A42805950044}"/>
          </ac:spMkLst>
        </pc:spChg>
        <pc:spChg chg="add mod">
          <ac:chgData name="Devang Doshi" userId="6d7c14442e64f2c8" providerId="LiveId" clId="{2C82210D-D3A9-4BCD-907E-9A5C3D30F3A8}" dt="2026-09-21T06:39:48.551" v="1393" actId="17032"/>
          <ac:spMkLst>
            <pc:docMk/>
            <pc:sldMk cId="2278430957" sldId="273"/>
            <ac:spMk id="18" creationId="{B98642F6-51FE-2FFC-EE14-B18FA78A7B04}"/>
          </ac:spMkLst>
        </pc:spChg>
        <pc:spChg chg="add del">
          <ac:chgData name="Devang Doshi" userId="6d7c14442e64f2c8" providerId="LiveId" clId="{2C82210D-D3A9-4BCD-907E-9A5C3D30F3A8}" dt="2026-09-21T06:37:10.458" v="1341" actId="22"/>
          <ac:spMkLst>
            <pc:docMk/>
            <pc:sldMk cId="2278430957" sldId="273"/>
            <ac:spMk id="20" creationId="{0B02BC9D-2B4F-464A-AAA9-5AFE9FC43324}"/>
          </ac:spMkLst>
        </pc:spChg>
        <pc:spChg chg="add mod">
          <ac:chgData name="Devang Doshi" userId="6d7c14442e64f2c8" providerId="LiveId" clId="{2C82210D-D3A9-4BCD-907E-9A5C3D30F3A8}" dt="2026-09-21T06:39:52.662" v="1394" actId="17032"/>
          <ac:spMkLst>
            <pc:docMk/>
            <pc:sldMk cId="2278430957" sldId="273"/>
            <ac:spMk id="22" creationId="{09ECB597-C674-9D8C-36CD-C4971391AD2C}"/>
          </ac:spMkLst>
        </pc:spChg>
        <pc:spChg chg="add mod">
          <ac:chgData name="Devang Doshi" userId="6d7c14442e64f2c8" providerId="LiveId" clId="{2C82210D-D3A9-4BCD-907E-9A5C3D30F3A8}" dt="2026-09-21T06:39:21.244" v="1391" actId="164"/>
          <ac:spMkLst>
            <pc:docMk/>
            <pc:sldMk cId="2278430957" sldId="273"/>
            <ac:spMk id="27" creationId="{B9CE0904-C9B4-871B-2CF3-CC634D5F631B}"/>
          </ac:spMkLst>
        </pc:spChg>
        <pc:spChg chg="add mod">
          <ac:chgData name="Devang Doshi" userId="6d7c14442e64f2c8" providerId="LiveId" clId="{2C82210D-D3A9-4BCD-907E-9A5C3D30F3A8}" dt="2026-09-21T06:39:21.244" v="1391" actId="164"/>
          <ac:spMkLst>
            <pc:docMk/>
            <pc:sldMk cId="2278430957" sldId="273"/>
            <ac:spMk id="29" creationId="{3EFD8C55-880D-6F4A-94E6-908709C333E7}"/>
          </ac:spMkLst>
        </pc:spChg>
        <pc:spChg chg="add mod">
          <ac:chgData name="Devang Doshi" userId="6d7c14442e64f2c8" providerId="LiveId" clId="{2C82210D-D3A9-4BCD-907E-9A5C3D30F3A8}" dt="2026-09-21T06:42:40.724" v="1414" actId="2711"/>
          <ac:spMkLst>
            <pc:docMk/>
            <pc:sldMk cId="2278430957" sldId="273"/>
            <ac:spMk id="32" creationId="{2C3A54E8-79DF-1323-A532-AAF3E648329D}"/>
          </ac:spMkLst>
        </pc:spChg>
        <pc:grpChg chg="add mod">
          <ac:chgData name="Devang Doshi" userId="6d7c14442e64f2c8" providerId="LiveId" clId="{2C82210D-D3A9-4BCD-907E-9A5C3D30F3A8}" dt="2026-09-21T06:40:26.288" v="1395" actId="1076"/>
          <ac:grpSpMkLst>
            <pc:docMk/>
            <pc:sldMk cId="2278430957" sldId="273"/>
            <ac:grpSpMk id="30" creationId="{7B33B425-D2EB-206B-24DF-9F781DAC8512}"/>
          </ac:grpSpMkLst>
        </pc:grpChg>
        <pc:picChg chg="add del mod ord modCrop">
          <ac:chgData name="Devang Doshi" userId="6d7c14442e64f2c8" providerId="LiveId" clId="{2C82210D-D3A9-4BCD-907E-9A5C3D30F3A8}" dt="2026-09-21T06:34:29.863" v="1304" actId="478"/>
          <ac:picMkLst>
            <pc:docMk/>
            <pc:sldMk cId="2278430957" sldId="273"/>
            <ac:picMk id="5" creationId="{E24CFCE7-135B-9A8C-9C13-79BC30DD53E9}"/>
          </ac:picMkLst>
        </pc:picChg>
        <pc:picChg chg="add del mod ord">
          <ac:chgData name="Devang Doshi" userId="6d7c14442e64f2c8" providerId="LiveId" clId="{2C82210D-D3A9-4BCD-907E-9A5C3D30F3A8}" dt="2026-09-21T06:35:22.577" v="1309" actId="478"/>
          <ac:picMkLst>
            <pc:docMk/>
            <pc:sldMk cId="2278430957" sldId="273"/>
            <ac:picMk id="9" creationId="{52A6145E-AE3A-3026-43BB-B8BE4001E587}"/>
          </ac:picMkLst>
        </pc:picChg>
        <pc:picChg chg="add del">
          <ac:chgData name="Devang Doshi" userId="6d7c14442e64f2c8" providerId="LiveId" clId="{2C82210D-D3A9-4BCD-907E-9A5C3D30F3A8}" dt="2026-09-21T06:35:17.264" v="1307" actId="478"/>
          <ac:picMkLst>
            <pc:docMk/>
            <pc:sldMk cId="2278430957" sldId="273"/>
            <ac:picMk id="11" creationId="{59F72D5F-337E-8345-25FA-23ACC1BDA976}"/>
          </ac:picMkLst>
        </pc:picChg>
        <pc:cxnChg chg="add mod">
          <ac:chgData name="Devang Doshi" userId="6d7c14442e64f2c8" providerId="LiveId" clId="{2C82210D-D3A9-4BCD-907E-9A5C3D30F3A8}" dt="2026-09-21T06:39:21.244" v="1391" actId="164"/>
          <ac:cxnSpMkLst>
            <pc:docMk/>
            <pc:sldMk cId="2278430957" sldId="273"/>
            <ac:cxnSpMk id="24" creationId="{66CECEA1-2787-05FA-9B38-5786CCAF95EA}"/>
          </ac:cxnSpMkLst>
        </pc:cxnChg>
        <pc:cxnChg chg="add mod">
          <ac:chgData name="Devang Doshi" userId="6d7c14442e64f2c8" providerId="LiveId" clId="{2C82210D-D3A9-4BCD-907E-9A5C3D30F3A8}" dt="2026-09-21T06:39:21.244" v="1391" actId="164"/>
          <ac:cxnSpMkLst>
            <pc:docMk/>
            <pc:sldMk cId="2278430957" sldId="273"/>
            <ac:cxnSpMk id="26" creationId="{6C0529B8-AD7C-9D1D-BE44-470F6EE50A05}"/>
          </ac:cxnSpMkLst>
        </pc:cxnChg>
      </pc:sldChg>
      <pc:sldChg chg="addSp delSp modSp add mod modNotesTx">
        <pc:chgData name="Devang Doshi" userId="6d7c14442e64f2c8" providerId="LiveId" clId="{2C82210D-D3A9-4BCD-907E-9A5C3D30F3A8}" dt="2026-09-21T07:02:27.816" v="1737" actId="20577"/>
        <pc:sldMkLst>
          <pc:docMk/>
          <pc:sldMk cId="936221775" sldId="274"/>
        </pc:sldMkLst>
        <pc:spChg chg="del">
          <ac:chgData name="Devang Doshi" userId="6d7c14442e64f2c8" providerId="LiveId" clId="{2C82210D-D3A9-4BCD-907E-9A5C3D30F3A8}" dt="2026-09-21T06:48:46.080" v="1458" actId="478"/>
          <ac:spMkLst>
            <pc:docMk/>
            <pc:sldMk cId="936221775" sldId="274"/>
            <ac:spMk id="3" creationId="{11E2CBD6-8B80-301C-6103-E2FA9BBF4B58}"/>
          </ac:spMkLst>
        </pc:spChg>
        <pc:spChg chg="mod">
          <ac:chgData name="Devang Doshi" userId="6d7c14442e64f2c8" providerId="LiveId" clId="{2C82210D-D3A9-4BCD-907E-9A5C3D30F3A8}" dt="2026-09-21T05:56:15.183" v="663" actId="20577"/>
          <ac:spMkLst>
            <pc:docMk/>
            <pc:sldMk cId="936221775" sldId="274"/>
            <ac:spMk id="4" creationId="{9BCADC73-DFBC-A7DF-2FE5-13A9C4D325BF}"/>
          </ac:spMkLst>
        </pc:spChg>
        <pc:spChg chg="add mod">
          <ac:chgData name="Devang Doshi" userId="6d7c14442e64f2c8" providerId="LiveId" clId="{2C82210D-D3A9-4BCD-907E-9A5C3D30F3A8}" dt="2026-09-21T06:51:39.837" v="1479" actId="1076"/>
          <ac:spMkLst>
            <pc:docMk/>
            <pc:sldMk cId="936221775" sldId="274"/>
            <ac:spMk id="5" creationId="{F3362272-A36B-FD79-98EC-C147ABC16E07}"/>
          </ac:spMkLst>
        </pc:spChg>
        <pc:spChg chg="add mod">
          <ac:chgData name="Devang Doshi" userId="6d7c14442e64f2c8" providerId="LiveId" clId="{2C82210D-D3A9-4BCD-907E-9A5C3D30F3A8}" dt="2026-09-21T06:59:58.319" v="1672" actId="14100"/>
          <ac:spMkLst>
            <pc:docMk/>
            <pc:sldMk cId="936221775" sldId="274"/>
            <ac:spMk id="14" creationId="{8F8543E8-70F0-8EDB-BC4C-78037FD02FE1}"/>
          </ac:spMkLst>
        </pc:spChg>
        <pc:spChg chg="add del mod">
          <ac:chgData name="Devang Doshi" userId="6d7c14442e64f2c8" providerId="LiveId" clId="{2C82210D-D3A9-4BCD-907E-9A5C3D30F3A8}" dt="2026-09-21T06:54:26.492" v="1504"/>
          <ac:spMkLst>
            <pc:docMk/>
            <pc:sldMk cId="936221775" sldId="274"/>
            <ac:spMk id="15" creationId="{0050E42C-7E11-730F-BBA0-4C56F397E005}"/>
          </ac:spMkLst>
        </pc:spChg>
        <pc:spChg chg="add mod">
          <ac:chgData name="Devang Doshi" userId="6d7c14442e64f2c8" providerId="LiveId" clId="{2C82210D-D3A9-4BCD-907E-9A5C3D30F3A8}" dt="2026-09-21T06:56:24.940" v="1574" actId="207"/>
          <ac:spMkLst>
            <pc:docMk/>
            <pc:sldMk cId="936221775" sldId="274"/>
            <ac:spMk id="17" creationId="{5BE434E5-681C-BF5D-1BE3-1D1F6F9A9F11}"/>
          </ac:spMkLst>
        </pc:spChg>
        <pc:spChg chg="add mod">
          <ac:chgData name="Devang Doshi" userId="6d7c14442e64f2c8" providerId="LiveId" clId="{2C82210D-D3A9-4BCD-907E-9A5C3D30F3A8}" dt="2026-09-21T06:58:22.597" v="1592" actId="1076"/>
          <ac:spMkLst>
            <pc:docMk/>
            <pc:sldMk cId="936221775" sldId="274"/>
            <ac:spMk id="19" creationId="{0B54143A-61D6-341D-999D-D7DEAF970E4B}"/>
          </ac:spMkLst>
        </pc:spChg>
        <pc:spChg chg="add mod">
          <ac:chgData name="Devang Doshi" userId="6d7c14442e64f2c8" providerId="LiveId" clId="{2C82210D-D3A9-4BCD-907E-9A5C3D30F3A8}" dt="2026-09-21T06:59:36.789" v="1670" actId="20577"/>
          <ac:spMkLst>
            <pc:docMk/>
            <pc:sldMk cId="936221775" sldId="274"/>
            <ac:spMk id="21" creationId="{7FB38B45-9E1E-417D-EB18-91A6E34E7047}"/>
          </ac:spMkLst>
        </pc:spChg>
        <pc:cxnChg chg="add del mod">
          <ac:chgData name="Devang Doshi" userId="6d7c14442e64f2c8" providerId="LiveId" clId="{2C82210D-D3A9-4BCD-907E-9A5C3D30F3A8}" dt="2026-09-21T06:53:07.393" v="1493" actId="478"/>
          <ac:cxnSpMkLst>
            <pc:docMk/>
            <pc:sldMk cId="936221775" sldId="274"/>
            <ac:cxnSpMk id="7" creationId="{0F57F017-453F-48EE-6D1E-72D34C54C8C8}"/>
          </ac:cxnSpMkLst>
        </pc:cxnChg>
        <pc:cxnChg chg="add del mod">
          <ac:chgData name="Devang Doshi" userId="6d7c14442e64f2c8" providerId="LiveId" clId="{2C82210D-D3A9-4BCD-907E-9A5C3D30F3A8}" dt="2026-09-21T06:53:04.434" v="1492" actId="478"/>
          <ac:cxnSpMkLst>
            <pc:docMk/>
            <pc:sldMk cId="936221775" sldId="274"/>
            <ac:cxnSpMk id="10" creationId="{F2393E97-FB53-5C57-F519-153ED1B93D23}"/>
          </ac:cxnSpMkLst>
        </pc:cxnChg>
        <pc:cxnChg chg="add del mod">
          <ac:chgData name="Devang Doshi" userId="6d7c14442e64f2c8" providerId="LiveId" clId="{2C82210D-D3A9-4BCD-907E-9A5C3D30F3A8}" dt="2026-09-21T06:53:08.515" v="1494" actId="478"/>
          <ac:cxnSpMkLst>
            <pc:docMk/>
            <pc:sldMk cId="936221775" sldId="274"/>
            <ac:cxnSpMk id="13" creationId="{4EB7A3A4-C456-4B69-A2BF-74D0F71669D1}"/>
          </ac:cxnSpMkLst>
        </pc:cxnChg>
      </pc:sldChg>
      <pc:sldChg chg="modSp add del mod">
        <pc:chgData name="Devang Doshi" userId="6d7c14442e64f2c8" providerId="LiveId" clId="{2C82210D-D3A9-4BCD-907E-9A5C3D30F3A8}" dt="2026-09-21T18:34:16.288" v="1811" actId="47"/>
        <pc:sldMkLst>
          <pc:docMk/>
          <pc:sldMk cId="3784251658" sldId="275"/>
        </pc:sldMkLst>
        <pc:spChg chg="mod">
          <ac:chgData name="Devang Doshi" userId="6d7c14442e64f2c8" providerId="LiveId" clId="{2C82210D-D3A9-4BCD-907E-9A5C3D30F3A8}" dt="2026-09-21T05:56:32.478" v="683" actId="20577"/>
          <ac:spMkLst>
            <pc:docMk/>
            <pc:sldMk cId="3784251658" sldId="275"/>
            <ac:spMk id="4" creationId="{87AFAA63-A92A-1601-2C4F-7C29273B23F4}"/>
          </ac:spMkLst>
        </pc:spChg>
      </pc:sldChg>
      <pc:sldChg chg="modSp add mod">
        <pc:chgData name="Devang Doshi" userId="6d7c14442e64f2c8" providerId="LiveId" clId="{2C82210D-D3A9-4BCD-907E-9A5C3D30F3A8}" dt="2026-09-21T05:58:08.656" v="717" actId="6549"/>
        <pc:sldMkLst>
          <pc:docMk/>
          <pc:sldMk cId="2812176590" sldId="276"/>
        </pc:sldMkLst>
        <pc:spChg chg="mod">
          <ac:chgData name="Devang Doshi" userId="6d7c14442e64f2c8" providerId="LiveId" clId="{2C82210D-D3A9-4BCD-907E-9A5C3D30F3A8}" dt="2026-09-21T05:58:08.656" v="717" actId="6549"/>
          <ac:spMkLst>
            <pc:docMk/>
            <pc:sldMk cId="2812176590" sldId="276"/>
            <ac:spMk id="3" creationId="{E520AAF4-22D0-E27B-55A1-48B21D7E7C23}"/>
          </ac:spMkLst>
        </pc:spChg>
        <pc:spChg chg="mod">
          <ac:chgData name="Devang Doshi" userId="6d7c14442e64f2c8" providerId="LiveId" clId="{2C82210D-D3A9-4BCD-907E-9A5C3D30F3A8}" dt="2026-09-21T05:57:50.807" v="712" actId="20577"/>
          <ac:spMkLst>
            <pc:docMk/>
            <pc:sldMk cId="2812176590" sldId="276"/>
            <ac:spMk id="4" creationId="{1B72A50B-B367-F486-23FD-3C03D0AE2217}"/>
          </ac:spMkLst>
        </pc:spChg>
      </pc:sldChg>
      <pc:sldChg chg="modSp add mod">
        <pc:chgData name="Devang Doshi" userId="6d7c14442e64f2c8" providerId="LiveId" clId="{2C82210D-D3A9-4BCD-907E-9A5C3D30F3A8}" dt="2026-09-21T05:58:41.911" v="742" actId="20577"/>
        <pc:sldMkLst>
          <pc:docMk/>
          <pc:sldMk cId="3301673907" sldId="277"/>
        </pc:sldMkLst>
        <pc:spChg chg="mod">
          <ac:chgData name="Devang Doshi" userId="6d7c14442e64f2c8" providerId="LiveId" clId="{2C82210D-D3A9-4BCD-907E-9A5C3D30F3A8}" dt="2026-09-21T05:58:41.911" v="742" actId="20577"/>
          <ac:spMkLst>
            <pc:docMk/>
            <pc:sldMk cId="3301673907" sldId="277"/>
            <ac:spMk id="4" creationId="{960C9F77-CE51-2F28-5D2C-A1DE583F1882}"/>
          </ac:spMkLst>
        </pc:spChg>
      </pc:sldChg>
      <pc:sldChg chg="addSp delSp modSp add del mod">
        <pc:chgData name="Devang Doshi" userId="6d7c14442e64f2c8" providerId="LiveId" clId="{2C82210D-D3A9-4BCD-907E-9A5C3D30F3A8}" dt="2026-09-21T18:34:29.786" v="1814" actId="47"/>
        <pc:sldMkLst>
          <pc:docMk/>
          <pc:sldMk cId="2793936147" sldId="278"/>
        </pc:sldMkLst>
        <pc:spChg chg="del">
          <ac:chgData name="Devang Doshi" userId="6d7c14442e64f2c8" providerId="LiveId" clId="{2C82210D-D3A9-4BCD-907E-9A5C3D30F3A8}" dt="2026-09-21T18:32:38.523" v="1738" actId="1032"/>
          <ac:spMkLst>
            <pc:docMk/>
            <pc:sldMk cId="2793936147" sldId="278"/>
            <ac:spMk id="3" creationId="{63C86594-90D5-FB9B-880F-6FD0F53C7A39}"/>
          </ac:spMkLst>
        </pc:spChg>
        <pc:spChg chg="mod">
          <ac:chgData name="Devang Doshi" userId="6d7c14442e64f2c8" providerId="LiveId" clId="{2C82210D-D3A9-4BCD-907E-9A5C3D30F3A8}" dt="2026-09-21T05:59:32.575" v="771" actId="20577"/>
          <ac:spMkLst>
            <pc:docMk/>
            <pc:sldMk cId="2793936147" sldId="278"/>
            <ac:spMk id="4" creationId="{299A1E73-A3D2-A06B-7391-CBD1830F65F6}"/>
          </ac:spMkLst>
        </pc:spChg>
        <pc:spChg chg="add mod">
          <ac:chgData name="Devang Doshi" userId="6d7c14442e64f2c8" providerId="LiveId" clId="{2C82210D-D3A9-4BCD-907E-9A5C3D30F3A8}" dt="2026-09-21T18:33:41.567" v="1807" actId="120"/>
          <ac:spMkLst>
            <pc:docMk/>
            <pc:sldMk cId="2793936147" sldId="278"/>
            <ac:spMk id="6" creationId="{B21593A8-0FF0-0668-3292-C732FFD48321}"/>
          </ac:spMkLst>
        </pc:spChg>
        <pc:graphicFrameChg chg="add del modGraphic">
          <ac:chgData name="Devang Doshi" userId="6d7c14442e64f2c8" providerId="LiveId" clId="{2C82210D-D3A9-4BCD-907E-9A5C3D30F3A8}" dt="2026-09-21T18:33:02.339" v="1771" actId="478"/>
          <ac:graphicFrameMkLst>
            <pc:docMk/>
            <pc:sldMk cId="2793936147" sldId="278"/>
            <ac:graphicFrameMk id="2" creationId="{B3945793-C8F8-9E22-87AD-39C5BD3D52D8}"/>
          </ac:graphicFrameMkLst>
        </pc:graphicFrameChg>
      </pc:sldChg>
      <pc:sldChg chg="addSp modSp add mod modNotesTx">
        <pc:chgData name="Devang Doshi" userId="6d7c14442e64f2c8" providerId="LiveId" clId="{2C82210D-D3A9-4BCD-907E-9A5C3D30F3A8}" dt="2026-09-21T19:29:20.156" v="3367" actId="1076"/>
        <pc:sldMkLst>
          <pc:docMk/>
          <pc:sldMk cId="222884162" sldId="279"/>
        </pc:sldMkLst>
        <pc:spChg chg="mod">
          <ac:chgData name="Devang Doshi" userId="6d7c14442e64f2c8" providerId="LiveId" clId="{2C82210D-D3A9-4BCD-907E-9A5C3D30F3A8}" dt="2026-09-21T19:23:07.402" v="3040" actId="1036"/>
          <ac:spMkLst>
            <pc:docMk/>
            <pc:sldMk cId="222884162" sldId="279"/>
            <ac:spMk id="3" creationId="{5A4C5110-9D60-7E72-6DAC-6227E35A4371}"/>
          </ac:spMkLst>
        </pc:spChg>
        <pc:spChg chg="mod">
          <ac:chgData name="Devang Doshi" userId="6d7c14442e64f2c8" providerId="LiveId" clId="{2C82210D-D3A9-4BCD-907E-9A5C3D30F3A8}" dt="2026-09-21T05:59:42.593" v="802" actId="20577"/>
          <ac:spMkLst>
            <pc:docMk/>
            <pc:sldMk cId="222884162" sldId="279"/>
            <ac:spMk id="4" creationId="{3C89F9E4-5C15-3C88-0539-50C407C4CAE6}"/>
          </ac:spMkLst>
        </pc:spChg>
        <pc:spChg chg="add mod">
          <ac:chgData name="Devang Doshi" userId="6d7c14442e64f2c8" providerId="LiveId" clId="{2C82210D-D3A9-4BCD-907E-9A5C3D30F3A8}" dt="2026-09-21T19:24:16.265" v="3079" actId="14100"/>
          <ac:spMkLst>
            <pc:docMk/>
            <pc:sldMk cId="222884162" sldId="279"/>
            <ac:spMk id="5" creationId="{A2A6EA8A-C7A4-079B-7D2D-7EA975D42251}"/>
          </ac:spMkLst>
        </pc:spChg>
        <pc:spChg chg="add mod">
          <ac:chgData name="Devang Doshi" userId="6d7c14442e64f2c8" providerId="LiveId" clId="{2C82210D-D3A9-4BCD-907E-9A5C3D30F3A8}" dt="2026-09-21T19:24:19.824" v="3080" actId="14100"/>
          <ac:spMkLst>
            <pc:docMk/>
            <pc:sldMk cId="222884162" sldId="279"/>
            <ac:spMk id="7" creationId="{6614FDA0-F4A4-A4D3-E3C7-B8069DA4A8C8}"/>
          </ac:spMkLst>
        </pc:spChg>
        <pc:spChg chg="add mod">
          <ac:chgData name="Devang Doshi" userId="6d7c14442e64f2c8" providerId="LiveId" clId="{2C82210D-D3A9-4BCD-907E-9A5C3D30F3A8}" dt="2026-09-21T19:24:23.379" v="3081" actId="14100"/>
          <ac:spMkLst>
            <pc:docMk/>
            <pc:sldMk cId="222884162" sldId="279"/>
            <ac:spMk id="9" creationId="{0A435E30-2D55-CF00-912C-601EA9BD879B}"/>
          </ac:spMkLst>
        </pc:spChg>
        <pc:spChg chg="add mod">
          <ac:chgData name="Devang Doshi" userId="6d7c14442e64f2c8" providerId="LiveId" clId="{2C82210D-D3A9-4BCD-907E-9A5C3D30F3A8}" dt="2026-09-21T19:29:20.156" v="3367" actId="1076"/>
          <ac:spMkLst>
            <pc:docMk/>
            <pc:sldMk cId="222884162" sldId="279"/>
            <ac:spMk id="11" creationId="{24333246-ED4A-96E1-11CE-E32197B0245F}"/>
          </ac:spMkLst>
        </pc:spChg>
      </pc:sldChg>
      <pc:sldChg chg="addSp delSp modSp add mod modNotesTx">
        <pc:chgData name="Devang Doshi" userId="6d7c14442e64f2c8" providerId="LiveId" clId="{2C82210D-D3A9-4BCD-907E-9A5C3D30F3A8}" dt="2026-09-21T19:39:06.068" v="3801" actId="6549"/>
        <pc:sldMkLst>
          <pc:docMk/>
          <pc:sldMk cId="1631775533" sldId="280"/>
        </pc:sldMkLst>
        <pc:spChg chg="del">
          <ac:chgData name="Devang Doshi" userId="6d7c14442e64f2c8" providerId="LiveId" clId="{2C82210D-D3A9-4BCD-907E-9A5C3D30F3A8}" dt="2026-09-21T19:31:36.845" v="3413" actId="478"/>
          <ac:spMkLst>
            <pc:docMk/>
            <pc:sldMk cId="1631775533" sldId="280"/>
            <ac:spMk id="3" creationId="{5163B45A-FE96-9ADA-004B-103522FF5B78}"/>
          </ac:spMkLst>
        </pc:spChg>
        <pc:spChg chg="mod">
          <ac:chgData name="Devang Doshi" userId="6d7c14442e64f2c8" providerId="LiveId" clId="{2C82210D-D3A9-4BCD-907E-9A5C3D30F3A8}" dt="2026-09-21T19:39:06.068" v="3801" actId="6549"/>
          <ac:spMkLst>
            <pc:docMk/>
            <pc:sldMk cId="1631775533" sldId="280"/>
            <ac:spMk id="4" creationId="{4FBFCB48-56EF-DB95-991D-22692FC76B1E}"/>
          </ac:spMkLst>
        </pc:spChg>
        <pc:spChg chg="add mod">
          <ac:chgData name="Devang Doshi" userId="6d7c14442e64f2c8" providerId="LiveId" clId="{2C82210D-D3A9-4BCD-907E-9A5C3D30F3A8}" dt="2026-09-21T19:32:54.683" v="3480" actId="1076"/>
          <ac:spMkLst>
            <pc:docMk/>
            <pc:sldMk cId="1631775533" sldId="280"/>
            <ac:spMk id="5" creationId="{E5013507-C67F-6EF8-FC88-1A2FEDB3C830}"/>
          </ac:spMkLst>
        </pc:spChg>
        <pc:spChg chg="add del">
          <ac:chgData name="Devang Doshi" userId="6d7c14442e64f2c8" providerId="LiveId" clId="{2C82210D-D3A9-4BCD-907E-9A5C3D30F3A8}" dt="2026-09-21T19:32:38.039" v="3477" actId="22"/>
          <ac:spMkLst>
            <pc:docMk/>
            <pc:sldMk cId="1631775533" sldId="280"/>
            <ac:spMk id="7" creationId="{E7D24198-D879-BB6D-E1FB-A0E82799E001}"/>
          </ac:spMkLst>
        </pc:spChg>
        <pc:spChg chg="add mod">
          <ac:chgData name="Devang Doshi" userId="6d7c14442e64f2c8" providerId="LiveId" clId="{2C82210D-D3A9-4BCD-907E-9A5C3D30F3A8}" dt="2026-09-21T19:36:50.612" v="3736" actId="20577"/>
          <ac:spMkLst>
            <pc:docMk/>
            <pc:sldMk cId="1631775533" sldId="280"/>
            <ac:spMk id="8" creationId="{B1700935-2CAB-8C2D-2112-EEF1E460F3AC}"/>
          </ac:spMkLst>
        </pc:spChg>
        <pc:spChg chg="add mod">
          <ac:chgData name="Devang Doshi" userId="6d7c14442e64f2c8" providerId="LiveId" clId="{2C82210D-D3A9-4BCD-907E-9A5C3D30F3A8}" dt="2026-09-21T19:34:04.317" v="3635"/>
          <ac:spMkLst>
            <pc:docMk/>
            <pc:sldMk cId="1631775533" sldId="280"/>
            <ac:spMk id="9" creationId="{9CC3219D-526A-B947-5CF8-E8E6F68E0304}"/>
          </ac:spMkLst>
        </pc:spChg>
      </pc:sldChg>
      <pc:sldChg chg="addSp delSp modSp add mod modNotesTx">
        <pc:chgData name="Devang Doshi" userId="6d7c14442e64f2c8" providerId="LiveId" clId="{2C82210D-D3A9-4BCD-907E-9A5C3D30F3A8}" dt="2026-09-21T19:48:21.478" v="4451" actId="20577"/>
        <pc:sldMkLst>
          <pc:docMk/>
          <pc:sldMk cId="2593847286" sldId="281"/>
        </pc:sldMkLst>
        <pc:spChg chg="add mod">
          <ac:chgData name="Devang Doshi" userId="6d7c14442e64f2c8" providerId="LiveId" clId="{2C82210D-D3A9-4BCD-907E-9A5C3D30F3A8}" dt="2026-09-21T19:45:26.987" v="4165" actId="20577"/>
          <ac:spMkLst>
            <pc:docMk/>
            <pc:sldMk cId="2593847286" sldId="281"/>
            <ac:spMk id="2" creationId="{810ED072-95C6-F771-BB57-9DB0B5BFDA35}"/>
          </ac:spMkLst>
        </pc:spChg>
        <pc:spChg chg="del">
          <ac:chgData name="Devang Doshi" userId="6d7c14442e64f2c8" providerId="LiveId" clId="{2C82210D-D3A9-4BCD-907E-9A5C3D30F3A8}" dt="2026-09-21T19:44:48.256" v="4092" actId="478"/>
          <ac:spMkLst>
            <pc:docMk/>
            <pc:sldMk cId="2593847286" sldId="281"/>
            <ac:spMk id="3" creationId="{CFA16D47-6E76-FCC8-63DA-074CED38EF52}"/>
          </ac:spMkLst>
        </pc:spChg>
        <pc:spChg chg="mod">
          <ac:chgData name="Devang Doshi" userId="6d7c14442e64f2c8" providerId="LiveId" clId="{2C82210D-D3A9-4BCD-907E-9A5C3D30F3A8}" dt="2026-09-21T19:44:34.883" v="4090" actId="20577"/>
          <ac:spMkLst>
            <pc:docMk/>
            <pc:sldMk cId="2593847286" sldId="281"/>
            <ac:spMk id="4" creationId="{48987F2C-BD68-6980-CA9F-9109EFF754E8}"/>
          </ac:spMkLst>
        </pc:spChg>
        <pc:spChg chg="add mod">
          <ac:chgData name="Devang Doshi" userId="6d7c14442e64f2c8" providerId="LiveId" clId="{2C82210D-D3A9-4BCD-907E-9A5C3D30F3A8}" dt="2026-09-21T19:46:52.652" v="4380" actId="6549"/>
          <ac:spMkLst>
            <pc:docMk/>
            <pc:sldMk cId="2593847286" sldId="281"/>
            <ac:spMk id="5" creationId="{182A8C4F-3754-B260-3670-C8DAFADFC303}"/>
          </ac:spMkLst>
        </pc:spChg>
      </pc:sldChg>
      <pc:sldChg chg="addSp delSp modSp add mod modNotesTx">
        <pc:chgData name="Devang Doshi" userId="6d7c14442e64f2c8" providerId="LiveId" clId="{2C82210D-D3A9-4BCD-907E-9A5C3D30F3A8}" dt="2026-09-21T19:55:07.969" v="4752" actId="20577"/>
        <pc:sldMkLst>
          <pc:docMk/>
          <pc:sldMk cId="2498670414" sldId="282"/>
        </pc:sldMkLst>
        <pc:spChg chg="del">
          <ac:chgData name="Devang Doshi" userId="6d7c14442e64f2c8" providerId="LiveId" clId="{2C82210D-D3A9-4BCD-907E-9A5C3D30F3A8}" dt="2026-09-21T19:51:42.244" v="4458" actId="478"/>
          <ac:spMkLst>
            <pc:docMk/>
            <pc:sldMk cId="2498670414" sldId="282"/>
            <ac:spMk id="3" creationId="{F35FA50C-536B-2922-F15F-60BAB32965C6}"/>
          </ac:spMkLst>
        </pc:spChg>
        <pc:spChg chg="mod">
          <ac:chgData name="Devang Doshi" userId="6d7c14442e64f2c8" providerId="LiveId" clId="{2C82210D-D3A9-4BCD-907E-9A5C3D30F3A8}" dt="2026-09-21T19:51:30.251" v="4457" actId="20577"/>
          <ac:spMkLst>
            <pc:docMk/>
            <pc:sldMk cId="2498670414" sldId="282"/>
            <ac:spMk id="4" creationId="{6591BB2E-16BE-D881-FAF4-FBC28426746E}"/>
          </ac:spMkLst>
        </pc:spChg>
        <pc:spChg chg="add mod">
          <ac:chgData name="Devang Doshi" userId="6d7c14442e64f2c8" providerId="LiveId" clId="{2C82210D-D3A9-4BCD-907E-9A5C3D30F3A8}" dt="2026-09-21T19:52:33.044" v="4526" actId="313"/>
          <ac:spMkLst>
            <pc:docMk/>
            <pc:sldMk cId="2498670414" sldId="282"/>
            <ac:spMk id="5" creationId="{57A0BC34-E076-D47B-B144-CF57C0C31AFC}"/>
          </ac:spMkLst>
        </pc:spChg>
        <pc:spChg chg="add mod">
          <ac:chgData name="Devang Doshi" userId="6d7c14442e64f2c8" providerId="LiveId" clId="{2C82210D-D3A9-4BCD-907E-9A5C3D30F3A8}" dt="2026-09-21T19:53:56.811" v="4733" actId="20577"/>
          <ac:spMkLst>
            <pc:docMk/>
            <pc:sldMk cId="2498670414" sldId="282"/>
            <ac:spMk id="7" creationId="{34B9F889-10CC-EF0A-88B8-0EE2F23F6716}"/>
          </ac:spMkLst>
        </pc:spChg>
      </pc:sldChg>
      <pc:sldChg chg="addSp delSp modSp add mod modNotesTx">
        <pc:chgData name="Devang Doshi" userId="6d7c14442e64f2c8" providerId="LiveId" clId="{2C82210D-D3A9-4BCD-907E-9A5C3D30F3A8}" dt="2026-09-21T20:12:26.890" v="5076" actId="20577"/>
        <pc:sldMkLst>
          <pc:docMk/>
          <pc:sldMk cId="1237240427" sldId="283"/>
        </pc:sldMkLst>
        <pc:spChg chg="del">
          <ac:chgData name="Devang Doshi" userId="6d7c14442e64f2c8" providerId="LiveId" clId="{2C82210D-D3A9-4BCD-907E-9A5C3D30F3A8}" dt="2026-09-21T20:09:26.145" v="4753" actId="3680"/>
          <ac:spMkLst>
            <pc:docMk/>
            <pc:sldMk cId="1237240427" sldId="283"/>
            <ac:spMk id="3" creationId="{7AB1C77D-3B68-686B-50B4-45BC69F68B5D}"/>
          </ac:spMkLst>
        </pc:spChg>
        <pc:spChg chg="mod">
          <ac:chgData name="Devang Doshi" userId="6d7c14442e64f2c8" providerId="LiveId" clId="{2C82210D-D3A9-4BCD-907E-9A5C3D30F3A8}" dt="2026-09-21T06:00:14.575" v="856" actId="20577"/>
          <ac:spMkLst>
            <pc:docMk/>
            <pc:sldMk cId="1237240427" sldId="283"/>
            <ac:spMk id="4" creationId="{3E32417F-6330-483E-F988-935D51ADDEE9}"/>
          </ac:spMkLst>
        </pc:spChg>
        <pc:graphicFrameChg chg="add mod ord modGraphic">
          <ac:chgData name="Devang Doshi" userId="6d7c14442e64f2c8" providerId="LiveId" clId="{2C82210D-D3A9-4BCD-907E-9A5C3D30F3A8}" dt="2026-09-21T20:11:44.818" v="5020" actId="14734"/>
          <ac:graphicFrameMkLst>
            <pc:docMk/>
            <pc:sldMk cId="1237240427" sldId="283"/>
            <ac:graphicFrameMk id="2" creationId="{F61A06F9-DF34-28E7-06E6-45A5AC14F9D6}"/>
          </ac:graphicFrameMkLst>
        </pc:graphicFrameChg>
      </pc:sldChg>
      <pc:sldChg chg="addSp modSp add mod modNotesTx">
        <pc:chgData name="Devang Doshi" userId="6d7c14442e64f2c8" providerId="LiveId" clId="{2C82210D-D3A9-4BCD-907E-9A5C3D30F3A8}" dt="2026-09-21T20:23:12.307" v="5435" actId="20577"/>
        <pc:sldMkLst>
          <pc:docMk/>
          <pc:sldMk cId="747639747" sldId="284"/>
        </pc:sldMkLst>
        <pc:spChg chg="mod">
          <ac:chgData name="Devang Doshi" userId="6d7c14442e64f2c8" providerId="LiveId" clId="{2C82210D-D3A9-4BCD-907E-9A5C3D30F3A8}" dt="2026-09-21T20:21:03.788" v="5398" actId="6549"/>
          <ac:spMkLst>
            <pc:docMk/>
            <pc:sldMk cId="747639747" sldId="284"/>
            <ac:spMk id="3" creationId="{F1FCE360-48A5-D1DA-EA04-025A53149C52}"/>
          </ac:spMkLst>
        </pc:spChg>
        <pc:spChg chg="mod">
          <ac:chgData name="Devang Doshi" userId="6d7c14442e64f2c8" providerId="LiveId" clId="{2C82210D-D3A9-4BCD-907E-9A5C3D30F3A8}" dt="2026-09-21T20:16:32.996" v="5264" actId="20577"/>
          <ac:spMkLst>
            <pc:docMk/>
            <pc:sldMk cId="747639747" sldId="284"/>
            <ac:spMk id="4" creationId="{47B0FDB8-F5C9-9114-36D8-F9429D13BA5B}"/>
          </ac:spMkLst>
        </pc:spChg>
        <pc:spChg chg="add mod">
          <ac:chgData name="Devang Doshi" userId="6d7c14442e64f2c8" providerId="LiveId" clId="{2C82210D-D3A9-4BCD-907E-9A5C3D30F3A8}" dt="2026-09-21T20:18:53.548" v="5311" actId="20577"/>
          <ac:spMkLst>
            <pc:docMk/>
            <pc:sldMk cId="747639747" sldId="284"/>
            <ac:spMk id="5" creationId="{B3C4ACE7-2F09-80C6-7134-1C0CAD3B9A86}"/>
          </ac:spMkLst>
        </pc:spChg>
        <pc:spChg chg="add mod">
          <ac:chgData name="Devang Doshi" userId="6d7c14442e64f2c8" providerId="LiveId" clId="{2C82210D-D3A9-4BCD-907E-9A5C3D30F3A8}" dt="2026-09-21T20:19:20.379" v="5345" actId="20577"/>
          <ac:spMkLst>
            <pc:docMk/>
            <pc:sldMk cId="747639747" sldId="284"/>
            <ac:spMk id="7" creationId="{A8CB5B66-D266-DE7C-EA94-04DFFD4D791C}"/>
          </ac:spMkLst>
        </pc:spChg>
        <pc:spChg chg="add mod">
          <ac:chgData name="Devang Doshi" userId="6d7c14442e64f2c8" providerId="LiveId" clId="{2C82210D-D3A9-4BCD-907E-9A5C3D30F3A8}" dt="2026-09-21T20:20:02.423" v="5360" actId="14100"/>
          <ac:spMkLst>
            <pc:docMk/>
            <pc:sldMk cId="747639747" sldId="284"/>
            <ac:spMk id="9" creationId="{B7966EFA-330B-3794-F2BF-2960C5B42F83}"/>
          </ac:spMkLst>
        </pc:spChg>
        <pc:spChg chg="add mod">
          <ac:chgData name="Devang Doshi" userId="6d7c14442e64f2c8" providerId="LiveId" clId="{2C82210D-D3A9-4BCD-907E-9A5C3D30F3A8}" dt="2026-09-21T20:20:08.963" v="5363" actId="1076"/>
          <ac:spMkLst>
            <pc:docMk/>
            <pc:sldMk cId="747639747" sldId="284"/>
            <ac:spMk id="11" creationId="{DF94B167-53CF-7904-47AF-F73706973212}"/>
          </ac:spMkLst>
        </pc:spChg>
      </pc:sldChg>
      <pc:sldChg chg="addSp delSp modSp add mod ord modNotesTx">
        <pc:chgData name="Devang Doshi" userId="6d7c14442e64f2c8" providerId="LiveId" clId="{2C82210D-D3A9-4BCD-907E-9A5C3D30F3A8}" dt="2026-09-21T19:44:08.690" v="4069" actId="20577"/>
        <pc:sldMkLst>
          <pc:docMk/>
          <pc:sldMk cId="3734754798" sldId="285"/>
        </pc:sldMkLst>
        <pc:spChg chg="add mod">
          <ac:chgData name="Devang Doshi" userId="6d7c14442e64f2c8" providerId="LiveId" clId="{2C82210D-D3A9-4BCD-907E-9A5C3D30F3A8}" dt="2026-09-21T19:40:25.066" v="3890" actId="20577"/>
          <ac:spMkLst>
            <pc:docMk/>
            <pc:sldMk cId="3734754798" sldId="285"/>
            <ac:spMk id="2" creationId="{256F138A-AF95-AEAD-0431-D7EB5FB3044E}"/>
          </ac:spMkLst>
        </pc:spChg>
        <pc:spChg chg="del">
          <ac:chgData name="Devang Doshi" userId="6d7c14442e64f2c8" providerId="LiveId" clId="{2C82210D-D3A9-4BCD-907E-9A5C3D30F3A8}" dt="2026-09-21T19:39:40.628" v="3828" actId="478"/>
          <ac:spMkLst>
            <pc:docMk/>
            <pc:sldMk cId="3734754798" sldId="285"/>
            <ac:spMk id="3" creationId="{6A5B8675-20CC-4467-FB2C-0703337B837F}"/>
          </ac:spMkLst>
        </pc:spChg>
        <pc:spChg chg="mod">
          <ac:chgData name="Devang Doshi" userId="6d7c14442e64f2c8" providerId="LiveId" clId="{2C82210D-D3A9-4BCD-907E-9A5C3D30F3A8}" dt="2026-09-21T19:39:21.364" v="3827" actId="20577"/>
          <ac:spMkLst>
            <pc:docMk/>
            <pc:sldMk cId="3734754798" sldId="285"/>
            <ac:spMk id="4" creationId="{3125DEB1-FC9E-C210-0571-254351CD5A52}"/>
          </ac:spMkLst>
        </pc:spChg>
        <pc:spChg chg="add mod">
          <ac:chgData name="Devang Doshi" userId="6d7c14442e64f2c8" providerId="LiveId" clId="{2C82210D-D3A9-4BCD-907E-9A5C3D30F3A8}" dt="2026-09-21T19:42:13.259" v="4037" actId="404"/>
          <ac:spMkLst>
            <pc:docMk/>
            <pc:sldMk cId="3734754798" sldId="285"/>
            <ac:spMk id="5" creationId="{DE6C913B-30FC-F84D-A703-BE705A9674E2}"/>
          </ac:spMkLst>
        </pc:spChg>
      </pc:sldChg>
      <pc:sldChg chg="addSp delSp modSp add mod">
        <pc:chgData name="Devang Doshi" userId="6d7c14442e64f2c8" providerId="LiveId" clId="{2C82210D-D3A9-4BCD-907E-9A5C3D30F3A8}" dt="2026-09-21T20:26:04.561" v="5482" actId="14100"/>
        <pc:sldMkLst>
          <pc:docMk/>
          <pc:sldMk cId="3052939525" sldId="286"/>
        </pc:sldMkLst>
        <pc:spChg chg="del mod">
          <ac:chgData name="Devang Doshi" userId="6d7c14442e64f2c8" providerId="LiveId" clId="{2C82210D-D3A9-4BCD-907E-9A5C3D30F3A8}" dt="2026-09-21T20:25:38.761" v="5466" actId="478"/>
          <ac:spMkLst>
            <pc:docMk/>
            <pc:sldMk cId="3052939525" sldId="286"/>
            <ac:spMk id="3" creationId="{B8D5C625-D1A4-FF10-97A9-2D52A4BE3A06}"/>
          </ac:spMkLst>
        </pc:spChg>
        <pc:spChg chg="mod">
          <ac:chgData name="Devang Doshi" userId="6d7c14442e64f2c8" providerId="LiveId" clId="{2C82210D-D3A9-4BCD-907E-9A5C3D30F3A8}" dt="2026-09-21T20:25:17.196" v="5464" actId="20577"/>
          <ac:spMkLst>
            <pc:docMk/>
            <pc:sldMk cId="3052939525" sldId="286"/>
            <ac:spMk id="4" creationId="{8E17328A-0CF1-311D-202A-3C8F9F8F6AB2}"/>
          </ac:spMkLst>
        </pc:spChg>
        <pc:spChg chg="add mod">
          <ac:chgData name="Devang Doshi" userId="6d7c14442e64f2c8" providerId="LiveId" clId="{2C82210D-D3A9-4BCD-907E-9A5C3D30F3A8}" dt="2026-09-21T20:26:04.561" v="5482" actId="14100"/>
          <ac:spMkLst>
            <pc:docMk/>
            <pc:sldMk cId="3052939525" sldId="286"/>
            <ac:spMk id="5" creationId="{8DF8EB1E-ACDA-81A8-1363-78C0EAA99E68}"/>
          </ac:spMkLst>
        </pc:spChg>
        <pc:spChg chg="add del mod">
          <ac:chgData name="Devang Doshi" userId="6d7c14442e64f2c8" providerId="LiveId" clId="{2C82210D-D3A9-4BCD-907E-9A5C3D30F3A8}" dt="2026-09-21T20:25:46.235" v="5469" actId="478"/>
          <ac:spMkLst>
            <pc:docMk/>
            <pc:sldMk cId="3052939525" sldId="286"/>
            <ac:spMk id="7" creationId="{930B7926-0467-C5AD-E394-4522AE6926A5}"/>
          </ac:spMkLst>
        </pc:spChg>
      </pc:sldChg>
      <pc:sldChg chg="add del">
        <pc:chgData name="Devang Doshi" userId="6d7c14442e64f2c8" providerId="LiveId" clId="{2C82210D-D3A9-4BCD-907E-9A5C3D30F3A8}" dt="2026-09-21T06:02:12.749" v="897" actId="47"/>
        <pc:sldMkLst>
          <pc:docMk/>
          <pc:sldMk cId="2359583755" sldId="287"/>
        </pc:sldMkLst>
      </pc:sldChg>
      <pc:sldChg chg="modSp add mod ord">
        <pc:chgData name="Devang Doshi" userId="6d7c14442e64f2c8" providerId="LiveId" clId="{2C82210D-D3A9-4BCD-907E-9A5C3D30F3A8}" dt="2026-09-21T06:03:34.392" v="933"/>
        <pc:sldMkLst>
          <pc:docMk/>
          <pc:sldMk cId="4267305210" sldId="287"/>
        </pc:sldMkLst>
        <pc:spChg chg="mod">
          <ac:chgData name="Devang Doshi" userId="6d7c14442e64f2c8" providerId="LiveId" clId="{2C82210D-D3A9-4BCD-907E-9A5C3D30F3A8}" dt="2026-09-21T06:02:32.104" v="921" actId="20577"/>
          <ac:spMkLst>
            <pc:docMk/>
            <pc:sldMk cId="4267305210" sldId="287"/>
            <ac:spMk id="4" creationId="{C4B49673-2DBE-1155-5539-46CA74B6542A}"/>
          </ac:spMkLst>
        </pc:spChg>
      </pc:sldChg>
      <pc:sldChg chg="modSp add mod">
        <pc:chgData name="Devang Doshi" userId="6d7c14442e64f2c8" providerId="LiveId" clId="{2C82210D-D3A9-4BCD-907E-9A5C3D30F3A8}" dt="2026-09-21T06:03:06.022" v="931" actId="20577"/>
        <pc:sldMkLst>
          <pc:docMk/>
          <pc:sldMk cId="3131463836" sldId="288"/>
        </pc:sldMkLst>
        <pc:spChg chg="mod">
          <ac:chgData name="Devang Doshi" userId="6d7c14442e64f2c8" providerId="LiveId" clId="{2C82210D-D3A9-4BCD-907E-9A5C3D30F3A8}" dt="2026-09-21T06:03:06.022" v="931" actId="20577"/>
          <ac:spMkLst>
            <pc:docMk/>
            <pc:sldMk cId="3131463836" sldId="288"/>
            <ac:spMk id="4" creationId="{7E58A547-52E6-137C-D7D7-3013D8C33C95}"/>
          </ac:spMkLst>
        </pc:spChg>
      </pc:sldChg>
      <pc:sldChg chg="addSp delSp modSp add mod modNotesTx">
        <pc:chgData name="Devang Doshi" userId="6d7c14442e64f2c8" providerId="LiveId" clId="{2C82210D-D3A9-4BCD-907E-9A5C3D30F3A8}" dt="2026-09-21T23:00:54.161" v="5712" actId="6549"/>
        <pc:sldMkLst>
          <pc:docMk/>
          <pc:sldMk cId="1486984271" sldId="289"/>
        </pc:sldMkLst>
        <pc:spChg chg="del">
          <ac:chgData name="Devang Doshi" userId="6d7c14442e64f2c8" providerId="LiveId" clId="{2C82210D-D3A9-4BCD-907E-9A5C3D30F3A8}" dt="2026-09-21T22:55:36.271" v="5483" actId="3680"/>
          <ac:spMkLst>
            <pc:docMk/>
            <pc:sldMk cId="1486984271" sldId="289"/>
            <ac:spMk id="3" creationId="{F647E57E-5DC7-5983-2180-0424E2DAA843}"/>
          </ac:spMkLst>
        </pc:spChg>
        <pc:spChg chg="mod">
          <ac:chgData name="Devang Doshi" userId="6d7c14442e64f2c8" providerId="LiveId" clId="{2C82210D-D3A9-4BCD-907E-9A5C3D30F3A8}" dt="2026-09-21T06:07:29.158" v="1148" actId="20577"/>
          <ac:spMkLst>
            <pc:docMk/>
            <pc:sldMk cId="1486984271" sldId="289"/>
            <ac:spMk id="4" creationId="{804FD2B7-67FE-673B-B7BC-C4946A6980E0}"/>
          </ac:spMkLst>
        </pc:spChg>
        <pc:spChg chg="add mod">
          <ac:chgData name="Devang Doshi" userId="6d7c14442e64f2c8" providerId="LiveId" clId="{2C82210D-D3A9-4BCD-907E-9A5C3D30F3A8}" dt="2026-09-21T22:59:44.146" v="5699" actId="13926"/>
          <ac:spMkLst>
            <pc:docMk/>
            <pc:sldMk cId="1486984271" sldId="289"/>
            <ac:spMk id="5" creationId="{45230E1B-09AA-6B33-EA3E-4815FA94D546}"/>
          </ac:spMkLst>
        </pc:spChg>
        <pc:graphicFrameChg chg="add mod ord modGraphic">
          <ac:chgData name="Devang Doshi" userId="6d7c14442e64f2c8" providerId="LiveId" clId="{2C82210D-D3A9-4BCD-907E-9A5C3D30F3A8}" dt="2026-09-21T22:58:28.248" v="5681" actId="20577"/>
          <ac:graphicFrameMkLst>
            <pc:docMk/>
            <pc:sldMk cId="1486984271" sldId="289"/>
            <ac:graphicFrameMk id="2" creationId="{0F2F6600-E687-ECF3-9004-569815A946C3}"/>
          </ac:graphicFrameMkLst>
        </pc:graphicFrameChg>
      </pc:sldChg>
      <pc:sldChg chg="modSp add mod modNotesTx">
        <pc:chgData name="Devang Doshi" userId="6d7c14442e64f2c8" providerId="LiveId" clId="{2C82210D-D3A9-4BCD-907E-9A5C3D30F3A8}" dt="2026-09-21T23:30:15.215" v="5733" actId="20577"/>
        <pc:sldMkLst>
          <pc:docMk/>
          <pc:sldMk cId="413829722" sldId="290"/>
        </pc:sldMkLst>
        <pc:spChg chg="mod">
          <ac:chgData name="Devang Doshi" userId="6d7c14442e64f2c8" providerId="LiveId" clId="{2C82210D-D3A9-4BCD-907E-9A5C3D30F3A8}" dt="2026-09-21T23:29:47.616" v="5732" actId="20577"/>
          <ac:spMkLst>
            <pc:docMk/>
            <pc:sldMk cId="413829722" sldId="290"/>
            <ac:spMk id="3" creationId="{FE520D6D-7578-546B-3EF3-4A5DA3D4AFB3}"/>
          </ac:spMkLst>
        </pc:spChg>
        <pc:spChg chg="mod">
          <ac:chgData name="Devang Doshi" userId="6d7c14442e64f2c8" providerId="LiveId" clId="{2C82210D-D3A9-4BCD-907E-9A5C3D30F3A8}" dt="2026-09-21T23:29:34.474" v="5724" actId="20577"/>
          <ac:spMkLst>
            <pc:docMk/>
            <pc:sldMk cId="413829722" sldId="290"/>
            <ac:spMk id="4" creationId="{145AA460-B24C-02CC-394D-DC5443C403E4}"/>
          </ac:spMkLst>
        </pc:spChg>
      </pc:sldChg>
      <pc:sldChg chg="addSp delSp modSp add mod modNotesTx">
        <pc:chgData name="Devang Doshi" userId="6d7c14442e64f2c8" providerId="LiveId" clId="{2C82210D-D3A9-4BCD-907E-9A5C3D30F3A8}" dt="2026-09-21T23:35:22.722" v="6010" actId="20577"/>
        <pc:sldMkLst>
          <pc:docMk/>
          <pc:sldMk cId="924309419" sldId="291"/>
        </pc:sldMkLst>
        <pc:spChg chg="del">
          <ac:chgData name="Devang Doshi" userId="6d7c14442e64f2c8" providerId="LiveId" clId="{2C82210D-D3A9-4BCD-907E-9A5C3D30F3A8}" dt="2026-09-21T23:32:28.458" v="5763" actId="478"/>
          <ac:spMkLst>
            <pc:docMk/>
            <pc:sldMk cId="924309419" sldId="291"/>
            <ac:spMk id="3" creationId="{58607213-D8C8-6FD1-A1B4-BD801DE09754}"/>
          </ac:spMkLst>
        </pc:spChg>
        <pc:spChg chg="mod">
          <ac:chgData name="Devang Doshi" userId="6d7c14442e64f2c8" providerId="LiveId" clId="{2C82210D-D3A9-4BCD-907E-9A5C3D30F3A8}" dt="2026-09-21T23:32:04.055" v="5762" actId="20577"/>
          <ac:spMkLst>
            <pc:docMk/>
            <pc:sldMk cId="924309419" sldId="291"/>
            <ac:spMk id="4" creationId="{E20DB451-4FED-E74E-09C9-40C8DE5D32B0}"/>
          </ac:spMkLst>
        </pc:spChg>
        <pc:spChg chg="add mod">
          <ac:chgData name="Devang Doshi" userId="6d7c14442e64f2c8" providerId="LiveId" clId="{2C82210D-D3A9-4BCD-907E-9A5C3D30F3A8}" dt="2026-09-21T23:33:27.570" v="5836" actId="20577"/>
          <ac:spMkLst>
            <pc:docMk/>
            <pc:sldMk cId="924309419" sldId="291"/>
            <ac:spMk id="5" creationId="{2C63AE1F-EEBC-9CE3-C84E-78B91EFABC20}"/>
          </ac:spMkLst>
        </pc:spChg>
        <pc:spChg chg="add mod">
          <ac:chgData name="Devang Doshi" userId="6d7c14442e64f2c8" providerId="LiveId" clId="{2C82210D-D3A9-4BCD-907E-9A5C3D30F3A8}" dt="2026-09-21T23:34:31.778" v="5987" actId="20577"/>
          <ac:spMkLst>
            <pc:docMk/>
            <pc:sldMk cId="924309419" sldId="291"/>
            <ac:spMk id="7" creationId="{A08CA8FB-CBF1-DD96-E6E4-3FFB8794F3CC}"/>
          </ac:spMkLst>
        </pc:spChg>
      </pc:sldChg>
      <pc:sldChg chg="addSp delSp modSp add mod modNotesTx">
        <pc:chgData name="Devang Doshi" userId="6d7c14442e64f2c8" providerId="LiveId" clId="{2C82210D-D3A9-4BCD-907E-9A5C3D30F3A8}" dt="2026-09-21T23:41:33.899" v="6386" actId="14100"/>
        <pc:sldMkLst>
          <pc:docMk/>
          <pc:sldMk cId="1216451448" sldId="292"/>
        </pc:sldMkLst>
        <pc:spChg chg="del">
          <ac:chgData name="Devang Doshi" userId="6d7c14442e64f2c8" providerId="LiveId" clId="{2C82210D-D3A9-4BCD-907E-9A5C3D30F3A8}" dt="2026-09-21T23:36:10.133" v="6013" actId="478"/>
          <ac:spMkLst>
            <pc:docMk/>
            <pc:sldMk cId="1216451448" sldId="292"/>
            <ac:spMk id="3" creationId="{0FE40F8C-4567-5870-3A33-3747AFB05028}"/>
          </ac:spMkLst>
        </pc:spChg>
        <pc:spChg chg="mod">
          <ac:chgData name="Devang Doshi" userId="6d7c14442e64f2c8" providerId="LiveId" clId="{2C82210D-D3A9-4BCD-907E-9A5C3D30F3A8}" dt="2026-09-21T06:05:33.312" v="1035" actId="20577"/>
          <ac:spMkLst>
            <pc:docMk/>
            <pc:sldMk cId="1216451448" sldId="292"/>
            <ac:spMk id="4" creationId="{B40236F3-37C7-8ACC-9DCB-31D98385E600}"/>
          </ac:spMkLst>
        </pc:spChg>
        <pc:spChg chg="add del">
          <ac:chgData name="Devang Doshi" userId="6d7c14442e64f2c8" providerId="LiveId" clId="{2C82210D-D3A9-4BCD-907E-9A5C3D30F3A8}" dt="2026-09-21T23:36:08.777" v="6012" actId="22"/>
          <ac:spMkLst>
            <pc:docMk/>
            <pc:sldMk cId="1216451448" sldId="292"/>
            <ac:spMk id="5" creationId="{85766B91-FBC2-2DF6-FA64-61297F537527}"/>
          </ac:spMkLst>
        </pc:spChg>
        <pc:spChg chg="add del">
          <ac:chgData name="Devang Doshi" userId="6d7c14442e64f2c8" providerId="LiveId" clId="{2C82210D-D3A9-4BCD-907E-9A5C3D30F3A8}" dt="2026-09-21T23:36:08.777" v="6012" actId="22"/>
          <ac:spMkLst>
            <pc:docMk/>
            <pc:sldMk cId="1216451448" sldId="292"/>
            <ac:spMk id="7" creationId="{2274D00D-42BB-7418-5BDC-F9871729D3C9}"/>
          </ac:spMkLst>
        </pc:spChg>
        <pc:spChg chg="add mod">
          <ac:chgData name="Devang Doshi" userId="6d7c14442e64f2c8" providerId="LiveId" clId="{2C82210D-D3A9-4BCD-907E-9A5C3D30F3A8}" dt="2026-09-21T23:41:09.189" v="6350" actId="1076"/>
          <ac:spMkLst>
            <pc:docMk/>
            <pc:sldMk cId="1216451448" sldId="292"/>
            <ac:spMk id="9" creationId="{9EDAE8F4-68CD-DDF6-EB22-DF95690FE764}"/>
          </ac:spMkLst>
        </pc:spChg>
        <pc:spChg chg="add del">
          <ac:chgData name="Devang Doshi" userId="6d7c14442e64f2c8" providerId="LiveId" clId="{2C82210D-D3A9-4BCD-907E-9A5C3D30F3A8}" dt="2026-09-21T23:37:04.174" v="6100" actId="478"/>
          <ac:spMkLst>
            <pc:docMk/>
            <pc:sldMk cId="1216451448" sldId="292"/>
            <ac:spMk id="11" creationId="{9449E427-84FC-5394-A9F5-0340C81F7843}"/>
          </ac:spMkLst>
        </pc:spChg>
        <pc:spChg chg="add mod">
          <ac:chgData name="Devang Doshi" userId="6d7c14442e64f2c8" providerId="LiveId" clId="{2C82210D-D3A9-4BCD-907E-9A5C3D30F3A8}" dt="2026-09-21T23:41:33.899" v="6386" actId="14100"/>
          <ac:spMkLst>
            <pc:docMk/>
            <pc:sldMk cId="1216451448" sldId="292"/>
            <ac:spMk id="14" creationId="{E7EBAA57-71B9-D28E-C1A9-886E1E7F8979}"/>
          </ac:spMkLst>
        </pc:spChg>
        <pc:graphicFrameChg chg="add mod modGraphic">
          <ac:chgData name="Devang Doshi" userId="6d7c14442e64f2c8" providerId="LiveId" clId="{2C82210D-D3A9-4BCD-907E-9A5C3D30F3A8}" dt="2026-09-21T23:41:09.189" v="6350" actId="1076"/>
          <ac:graphicFrameMkLst>
            <pc:docMk/>
            <pc:sldMk cId="1216451448" sldId="292"/>
            <ac:graphicFrameMk id="12" creationId="{70BC28FD-2F49-B772-DB67-EF413738D00C}"/>
          </ac:graphicFrameMkLst>
        </pc:graphicFrameChg>
      </pc:sldChg>
      <pc:sldChg chg="addSp delSp modSp add mod modNotesTx">
        <pc:chgData name="Devang Doshi" userId="6d7c14442e64f2c8" providerId="LiveId" clId="{2C82210D-D3A9-4BCD-907E-9A5C3D30F3A8}" dt="2026-09-21T23:47:31.481" v="6761" actId="20577"/>
        <pc:sldMkLst>
          <pc:docMk/>
          <pc:sldMk cId="4054806251" sldId="293"/>
        </pc:sldMkLst>
        <pc:spChg chg="del">
          <ac:chgData name="Devang Doshi" userId="6d7c14442e64f2c8" providerId="LiveId" clId="{2C82210D-D3A9-4BCD-907E-9A5C3D30F3A8}" dt="2026-09-21T23:41:49.754" v="6387" actId="478"/>
          <ac:spMkLst>
            <pc:docMk/>
            <pc:sldMk cId="4054806251" sldId="293"/>
            <ac:spMk id="3" creationId="{2274631B-5C4E-1663-CED7-023075BF8C6E}"/>
          </ac:spMkLst>
        </pc:spChg>
        <pc:spChg chg="mod">
          <ac:chgData name="Devang Doshi" userId="6d7c14442e64f2c8" providerId="LiveId" clId="{2C82210D-D3A9-4BCD-907E-9A5C3D30F3A8}" dt="2026-09-21T06:05:40.615" v="1055" actId="20577"/>
          <ac:spMkLst>
            <pc:docMk/>
            <pc:sldMk cId="4054806251" sldId="293"/>
            <ac:spMk id="4" creationId="{4BFED43E-0FF3-CEC2-E28B-E849ECF43A9B}"/>
          </ac:spMkLst>
        </pc:spChg>
        <pc:spChg chg="add del">
          <ac:chgData name="Devang Doshi" userId="6d7c14442e64f2c8" providerId="LiveId" clId="{2C82210D-D3A9-4BCD-907E-9A5C3D30F3A8}" dt="2026-09-21T23:42:07.983" v="6405" actId="478"/>
          <ac:spMkLst>
            <pc:docMk/>
            <pc:sldMk cId="4054806251" sldId="293"/>
            <ac:spMk id="5" creationId="{C7719326-A615-DFBE-15E0-ADFF1071EE08}"/>
          </ac:spMkLst>
        </pc:spChg>
        <pc:spChg chg="add mod">
          <ac:chgData name="Devang Doshi" userId="6d7c14442e64f2c8" providerId="LiveId" clId="{2C82210D-D3A9-4BCD-907E-9A5C3D30F3A8}" dt="2026-09-21T23:41:56.754" v="6404" actId="20577"/>
          <ac:spMkLst>
            <pc:docMk/>
            <pc:sldMk cId="4054806251" sldId="293"/>
            <ac:spMk id="9" creationId="{AB4D5DE7-04DD-DAB3-B1C9-A80E76F367D0}"/>
          </ac:spMkLst>
        </pc:spChg>
        <pc:spChg chg="add mod">
          <ac:chgData name="Devang Doshi" userId="6d7c14442e64f2c8" providerId="LiveId" clId="{2C82210D-D3A9-4BCD-907E-9A5C3D30F3A8}" dt="2026-09-21T23:47:31.481" v="6761" actId="20577"/>
          <ac:spMkLst>
            <pc:docMk/>
            <pc:sldMk cId="4054806251" sldId="293"/>
            <ac:spMk id="11" creationId="{8BD096EE-F44A-EA6D-4782-4726CAF410C5}"/>
          </ac:spMkLst>
        </pc:spChg>
        <pc:graphicFrameChg chg="add mod modGraphic">
          <ac:chgData name="Devang Doshi" userId="6d7c14442e64f2c8" providerId="LiveId" clId="{2C82210D-D3A9-4BCD-907E-9A5C3D30F3A8}" dt="2026-09-21T23:45:12.767" v="6656" actId="20577"/>
          <ac:graphicFrameMkLst>
            <pc:docMk/>
            <pc:sldMk cId="4054806251" sldId="293"/>
            <ac:graphicFrameMk id="7" creationId="{B60876F5-E522-3A95-34BA-246FF0FE0E3B}"/>
          </ac:graphicFrameMkLst>
        </pc:graphicFrameChg>
      </pc:sldChg>
      <pc:sldChg chg="addSp modSp add mod modNotesTx">
        <pc:chgData name="Devang Doshi" userId="6d7c14442e64f2c8" providerId="LiveId" clId="{2C82210D-D3A9-4BCD-907E-9A5C3D30F3A8}" dt="2026-09-22T00:08:07.433" v="7685" actId="20577"/>
        <pc:sldMkLst>
          <pc:docMk/>
          <pc:sldMk cId="3783982640" sldId="294"/>
        </pc:sldMkLst>
        <pc:spChg chg="mod">
          <ac:chgData name="Devang Doshi" userId="6d7c14442e64f2c8" providerId="LiveId" clId="{2C82210D-D3A9-4BCD-907E-9A5C3D30F3A8}" dt="2026-09-22T00:02:23.225" v="7422" actId="404"/>
          <ac:spMkLst>
            <pc:docMk/>
            <pc:sldMk cId="3783982640" sldId="294"/>
            <ac:spMk id="3" creationId="{31A945B9-049F-5D68-9AFB-136EBFAB64C1}"/>
          </ac:spMkLst>
        </pc:spChg>
        <pc:spChg chg="mod">
          <ac:chgData name="Devang Doshi" userId="6d7c14442e64f2c8" providerId="LiveId" clId="{2C82210D-D3A9-4BCD-907E-9A5C3D30F3A8}" dt="2026-09-21T06:06:16.631" v="1074" actId="20577"/>
          <ac:spMkLst>
            <pc:docMk/>
            <pc:sldMk cId="3783982640" sldId="294"/>
            <ac:spMk id="4" creationId="{40C4547B-102B-DAD6-5A8E-51BB52DC277F}"/>
          </ac:spMkLst>
        </pc:spChg>
        <pc:spChg chg="add mod">
          <ac:chgData name="Devang Doshi" userId="6d7c14442e64f2c8" providerId="LiveId" clId="{2C82210D-D3A9-4BCD-907E-9A5C3D30F3A8}" dt="2026-09-22T00:02:31.882" v="7423" actId="1076"/>
          <ac:spMkLst>
            <pc:docMk/>
            <pc:sldMk cId="3783982640" sldId="294"/>
            <ac:spMk id="5" creationId="{ED7F2505-820B-1487-1E58-5DF0A82F2DEC}"/>
          </ac:spMkLst>
        </pc:spChg>
        <pc:graphicFrameChg chg="add mod modGraphic">
          <ac:chgData name="Devang Doshi" userId="6d7c14442e64f2c8" providerId="LiveId" clId="{2C82210D-D3A9-4BCD-907E-9A5C3D30F3A8}" dt="2026-09-22T00:04:50.630" v="7557" actId="20577"/>
          <ac:graphicFrameMkLst>
            <pc:docMk/>
            <pc:sldMk cId="3783982640" sldId="294"/>
            <ac:graphicFrameMk id="7" creationId="{179E0B54-92E0-06B2-0CDC-EC621EC1458A}"/>
          </ac:graphicFrameMkLst>
        </pc:graphicFrameChg>
      </pc:sldChg>
      <pc:sldChg chg="addSp delSp modSp add mod modNotesTx">
        <pc:chgData name="Devang Doshi" userId="6d7c14442e64f2c8" providerId="LiveId" clId="{2C82210D-D3A9-4BCD-907E-9A5C3D30F3A8}" dt="2026-09-22T00:22:52.644" v="8050" actId="6549"/>
        <pc:sldMkLst>
          <pc:docMk/>
          <pc:sldMk cId="1169640819" sldId="295"/>
        </pc:sldMkLst>
        <pc:spChg chg="del">
          <ac:chgData name="Devang Doshi" userId="6d7c14442e64f2c8" providerId="LiveId" clId="{2C82210D-D3A9-4BCD-907E-9A5C3D30F3A8}" dt="2026-09-22T00:13:55.096" v="7764" actId="478"/>
          <ac:spMkLst>
            <pc:docMk/>
            <pc:sldMk cId="1169640819" sldId="295"/>
            <ac:spMk id="3" creationId="{2F9B36A6-3105-3665-858C-5F157E804C39}"/>
          </ac:spMkLst>
        </pc:spChg>
        <pc:spChg chg="mod">
          <ac:chgData name="Devang Doshi" userId="6d7c14442e64f2c8" providerId="LiveId" clId="{2C82210D-D3A9-4BCD-907E-9A5C3D30F3A8}" dt="2026-09-21T06:06:42.510" v="1118" actId="20577"/>
          <ac:spMkLst>
            <pc:docMk/>
            <pc:sldMk cId="1169640819" sldId="295"/>
            <ac:spMk id="4" creationId="{4B8D734A-E184-B043-E6D6-755EF91C7399}"/>
          </ac:spMkLst>
        </pc:spChg>
        <pc:spChg chg="add mod">
          <ac:chgData name="Devang Doshi" userId="6d7c14442e64f2c8" providerId="LiveId" clId="{2C82210D-D3A9-4BCD-907E-9A5C3D30F3A8}" dt="2026-09-22T00:15:11.368" v="7796" actId="1076"/>
          <ac:spMkLst>
            <pc:docMk/>
            <pc:sldMk cId="1169640819" sldId="295"/>
            <ac:spMk id="5" creationId="{F73478FD-4F58-BB59-4DDE-0D6DCC070832}"/>
          </ac:spMkLst>
        </pc:spChg>
        <pc:spChg chg="add mod">
          <ac:chgData name="Devang Doshi" userId="6d7c14442e64f2c8" providerId="LiveId" clId="{2C82210D-D3A9-4BCD-907E-9A5C3D30F3A8}" dt="2026-09-22T00:16:39.096" v="7829" actId="404"/>
          <ac:spMkLst>
            <pc:docMk/>
            <pc:sldMk cId="1169640819" sldId="295"/>
            <ac:spMk id="9" creationId="{1753F449-3FE5-5C17-4E09-58AE31F350DE}"/>
          </ac:spMkLst>
        </pc:spChg>
        <pc:spChg chg="add mod">
          <ac:chgData name="Devang Doshi" userId="6d7c14442e64f2c8" providerId="LiveId" clId="{2C82210D-D3A9-4BCD-907E-9A5C3D30F3A8}" dt="2026-09-22T00:21:48.913" v="8046" actId="20577"/>
          <ac:spMkLst>
            <pc:docMk/>
            <pc:sldMk cId="1169640819" sldId="295"/>
            <ac:spMk id="11" creationId="{5E3D9EBF-C3C2-A32D-3DFB-A0ACF7BA8725}"/>
          </ac:spMkLst>
        </pc:spChg>
        <pc:graphicFrameChg chg="add mod modGraphic">
          <ac:chgData name="Devang Doshi" userId="6d7c14442e64f2c8" providerId="LiveId" clId="{2C82210D-D3A9-4BCD-907E-9A5C3D30F3A8}" dt="2026-09-22T00:18:00.841" v="7940" actId="20577"/>
          <ac:graphicFrameMkLst>
            <pc:docMk/>
            <pc:sldMk cId="1169640819" sldId="295"/>
            <ac:graphicFrameMk id="7" creationId="{800AC571-A909-D1B2-4918-617069D240E1}"/>
          </ac:graphicFrameMkLst>
        </pc:graphicFrameChg>
      </pc:sldChg>
      <pc:sldChg chg="addSp delSp modSp add mod ord modNotesTx">
        <pc:chgData name="Devang Doshi" userId="6d7c14442e64f2c8" providerId="LiveId" clId="{2C82210D-D3A9-4BCD-907E-9A5C3D30F3A8}" dt="2026-09-21T23:57:43.868" v="7309" actId="20577"/>
        <pc:sldMkLst>
          <pc:docMk/>
          <pc:sldMk cId="1872756156" sldId="296"/>
        </pc:sldMkLst>
        <pc:spChg chg="del">
          <ac:chgData name="Devang Doshi" userId="6d7c14442e64f2c8" providerId="LiveId" clId="{2C82210D-D3A9-4BCD-907E-9A5C3D30F3A8}" dt="2026-09-21T23:48:27.102" v="6762" actId="478"/>
          <ac:spMkLst>
            <pc:docMk/>
            <pc:sldMk cId="1872756156" sldId="296"/>
            <ac:spMk id="3" creationId="{E2930021-FDEB-A218-7F85-B3BEBED486E6}"/>
          </ac:spMkLst>
        </pc:spChg>
        <pc:spChg chg="mod">
          <ac:chgData name="Devang Doshi" userId="6d7c14442e64f2c8" providerId="LiveId" clId="{2C82210D-D3A9-4BCD-907E-9A5C3D30F3A8}" dt="2026-09-21T06:07:04.682" v="1147" actId="20577"/>
          <ac:spMkLst>
            <pc:docMk/>
            <pc:sldMk cId="1872756156" sldId="296"/>
            <ac:spMk id="4" creationId="{D474199C-F226-E6D5-FBC1-ABF31FED6E91}"/>
          </ac:spMkLst>
        </pc:spChg>
        <pc:spChg chg="add mod ord">
          <ac:chgData name="Devang Doshi" userId="6d7c14442e64f2c8" providerId="LiveId" clId="{2C82210D-D3A9-4BCD-907E-9A5C3D30F3A8}" dt="2026-09-21T23:51:27.633" v="6956" actId="167"/>
          <ac:spMkLst>
            <pc:docMk/>
            <pc:sldMk cId="1872756156" sldId="296"/>
            <ac:spMk id="7" creationId="{5F248FCB-8734-D8DA-D117-5798259967AD}"/>
          </ac:spMkLst>
        </pc:spChg>
        <pc:spChg chg="add mod">
          <ac:chgData name="Devang Doshi" userId="6d7c14442e64f2c8" providerId="LiveId" clId="{2C82210D-D3A9-4BCD-907E-9A5C3D30F3A8}" dt="2026-09-21T23:56:23.243" v="7300" actId="14100"/>
          <ac:spMkLst>
            <pc:docMk/>
            <pc:sldMk cId="1872756156" sldId="296"/>
            <ac:spMk id="11" creationId="{5B58E89E-E121-77D8-B8BE-69B1DFD9E3D4}"/>
          </ac:spMkLst>
        </pc:spChg>
        <pc:spChg chg="add mod">
          <ac:chgData name="Devang Doshi" userId="6d7c14442e64f2c8" providerId="LiveId" clId="{2C82210D-D3A9-4BCD-907E-9A5C3D30F3A8}" dt="2026-09-21T23:54:48.378" v="7145" actId="20577"/>
          <ac:spMkLst>
            <pc:docMk/>
            <pc:sldMk cId="1872756156" sldId="296"/>
            <ac:spMk id="13" creationId="{658EB849-FB27-1B65-1BE3-287A346C6BA0}"/>
          </ac:spMkLst>
        </pc:spChg>
        <pc:graphicFrameChg chg="add mod modGraphic">
          <ac:chgData name="Devang Doshi" userId="6d7c14442e64f2c8" providerId="LiveId" clId="{2C82210D-D3A9-4BCD-907E-9A5C3D30F3A8}" dt="2026-09-21T23:51:06.801" v="6926" actId="1076"/>
          <ac:graphicFrameMkLst>
            <pc:docMk/>
            <pc:sldMk cId="1872756156" sldId="296"/>
            <ac:graphicFrameMk id="5" creationId="{EB646AC7-E7F2-5E21-9BA5-D01141D321D1}"/>
          </ac:graphicFrameMkLst>
        </pc:graphicFrameChg>
        <pc:graphicFrameChg chg="add mod modGraphic">
          <ac:chgData name="Devang Doshi" userId="6d7c14442e64f2c8" providerId="LiveId" clId="{2C82210D-D3A9-4BCD-907E-9A5C3D30F3A8}" dt="2026-09-21T23:53:56.583" v="7106" actId="5793"/>
          <ac:graphicFrameMkLst>
            <pc:docMk/>
            <pc:sldMk cId="1872756156" sldId="296"/>
            <ac:graphicFrameMk id="9" creationId="{F2A6EC56-93D1-1DF6-5786-9BAD21BBC223}"/>
          </ac:graphicFrameMkLst>
        </pc:graphicFrameChg>
      </pc:sldChg>
      <pc:sldChg chg="addSp modSp add mod ord modNotesTx">
        <pc:chgData name="Devang Doshi" userId="6d7c14442e64f2c8" providerId="LiveId" clId="{2C82210D-D3A9-4BCD-907E-9A5C3D30F3A8}" dt="2026-09-22T00:12:53.690" v="7763" actId="20577"/>
        <pc:sldMkLst>
          <pc:docMk/>
          <pc:sldMk cId="1189135840" sldId="297"/>
        </pc:sldMkLst>
        <pc:spChg chg="mod">
          <ac:chgData name="Devang Doshi" userId="6d7c14442e64f2c8" providerId="LiveId" clId="{2C82210D-D3A9-4BCD-907E-9A5C3D30F3A8}" dt="2026-09-22T00:10:08.908" v="7726" actId="404"/>
          <ac:spMkLst>
            <pc:docMk/>
            <pc:sldMk cId="1189135840" sldId="297"/>
            <ac:spMk id="3" creationId="{58B680C0-BD5A-7510-D67F-A9B082182A1B}"/>
          </ac:spMkLst>
        </pc:spChg>
        <pc:spChg chg="mod">
          <ac:chgData name="Devang Doshi" userId="6d7c14442e64f2c8" providerId="LiveId" clId="{2C82210D-D3A9-4BCD-907E-9A5C3D30F3A8}" dt="2026-09-21T06:08:03.040" v="1163" actId="20577"/>
          <ac:spMkLst>
            <pc:docMk/>
            <pc:sldMk cId="1189135840" sldId="297"/>
            <ac:spMk id="4" creationId="{F5C5BEA1-F303-FC51-B4A6-6AE64A4C8418}"/>
          </ac:spMkLst>
        </pc:spChg>
        <pc:spChg chg="add mod">
          <ac:chgData name="Devang Doshi" userId="6d7c14442e64f2c8" providerId="LiveId" clId="{2C82210D-D3A9-4BCD-907E-9A5C3D30F3A8}" dt="2026-09-22T00:09:36.997" v="7714" actId="20577"/>
          <ac:spMkLst>
            <pc:docMk/>
            <pc:sldMk cId="1189135840" sldId="297"/>
            <ac:spMk id="5" creationId="{C9294732-A91B-B1AC-655F-4805F84C7817}"/>
          </ac:spMkLst>
        </pc:spChg>
        <pc:spChg chg="add mod">
          <ac:chgData name="Devang Doshi" userId="6d7c14442e64f2c8" providerId="LiveId" clId="{2C82210D-D3A9-4BCD-907E-9A5C3D30F3A8}" dt="2026-09-22T00:11:11.914" v="7729"/>
          <ac:spMkLst>
            <pc:docMk/>
            <pc:sldMk cId="1189135840" sldId="297"/>
            <ac:spMk id="7" creationId="{5B56FD08-0962-1E1E-04D8-BE1ABC403E54}"/>
          </ac:spMkLst>
        </pc:spChg>
      </pc:sldChg>
      <pc:sldChg chg="modSp add mod">
        <pc:chgData name="Devang Doshi" userId="6d7c14442e64f2c8" providerId="LiveId" clId="{2C82210D-D3A9-4BCD-907E-9A5C3D30F3A8}" dt="2026-09-21T06:08:26.176" v="1182" actId="20577"/>
        <pc:sldMkLst>
          <pc:docMk/>
          <pc:sldMk cId="705865021" sldId="298"/>
        </pc:sldMkLst>
        <pc:spChg chg="mod">
          <ac:chgData name="Devang Doshi" userId="6d7c14442e64f2c8" providerId="LiveId" clId="{2C82210D-D3A9-4BCD-907E-9A5C3D30F3A8}" dt="2026-09-21T06:08:26.176" v="1182" actId="20577"/>
          <ac:spMkLst>
            <pc:docMk/>
            <pc:sldMk cId="705865021" sldId="298"/>
            <ac:spMk id="4" creationId="{A63002CA-EA53-CF83-8AD8-6898E3E62E1B}"/>
          </ac:spMkLst>
        </pc:spChg>
      </pc:sldChg>
      <pc:sldChg chg="add del">
        <pc:chgData name="Devang Doshi" userId="6d7c14442e64f2c8" providerId="LiveId" clId="{2C82210D-D3A9-4BCD-907E-9A5C3D30F3A8}" dt="2026-09-21T06:08:06.461" v="1164" actId="47"/>
        <pc:sldMkLst>
          <pc:docMk/>
          <pc:sldMk cId="2305192716" sldId="298"/>
        </pc:sldMkLst>
      </pc:sldChg>
      <pc:sldChg chg="modSp add del mod">
        <pc:chgData name="Devang Doshi" userId="6d7c14442e64f2c8" providerId="LiveId" clId="{2C82210D-D3A9-4BCD-907E-9A5C3D30F3A8}" dt="2026-09-21T23:58:42.914" v="7344" actId="47"/>
        <pc:sldMkLst>
          <pc:docMk/>
          <pc:sldMk cId="859112867" sldId="299"/>
        </pc:sldMkLst>
        <pc:spChg chg="mod">
          <ac:chgData name="Devang Doshi" userId="6d7c14442e64f2c8" providerId="LiveId" clId="{2C82210D-D3A9-4BCD-907E-9A5C3D30F3A8}" dt="2026-09-21T06:09:14.409" v="1217" actId="20577"/>
          <ac:spMkLst>
            <pc:docMk/>
            <pc:sldMk cId="859112867" sldId="299"/>
            <ac:spMk id="4" creationId="{81EC3381-70A6-0F72-D213-8FFBAB7F94AC}"/>
          </ac:spMkLst>
        </pc:spChg>
      </pc:sldChg>
      <pc:sldChg chg="modSp add del mod">
        <pc:chgData name="Devang Doshi" userId="6d7c14442e64f2c8" providerId="LiveId" clId="{2C82210D-D3A9-4BCD-907E-9A5C3D30F3A8}" dt="2026-09-21T23:58:42.914" v="7344" actId="47"/>
        <pc:sldMkLst>
          <pc:docMk/>
          <pc:sldMk cId="3239830643" sldId="300"/>
        </pc:sldMkLst>
        <pc:spChg chg="mod">
          <ac:chgData name="Devang Doshi" userId="6d7c14442e64f2c8" providerId="LiveId" clId="{2C82210D-D3A9-4BCD-907E-9A5C3D30F3A8}" dt="2026-09-21T06:09:21.991" v="1231" actId="20577"/>
          <ac:spMkLst>
            <pc:docMk/>
            <pc:sldMk cId="3239830643" sldId="300"/>
            <ac:spMk id="4" creationId="{13FF43B9-74E8-711E-5183-CF096AF7A784}"/>
          </ac:spMkLst>
        </pc:spChg>
      </pc:sldChg>
      <pc:sldChg chg="modSp add del mod">
        <pc:chgData name="Devang Doshi" userId="6d7c14442e64f2c8" providerId="LiveId" clId="{2C82210D-D3A9-4BCD-907E-9A5C3D30F3A8}" dt="2026-09-21T23:58:42.914" v="7344" actId="47"/>
        <pc:sldMkLst>
          <pc:docMk/>
          <pc:sldMk cId="3500028627" sldId="301"/>
        </pc:sldMkLst>
        <pc:spChg chg="mod">
          <ac:chgData name="Devang Doshi" userId="6d7c14442e64f2c8" providerId="LiveId" clId="{2C82210D-D3A9-4BCD-907E-9A5C3D30F3A8}" dt="2026-09-21T06:09:27.055" v="1237" actId="20577"/>
          <ac:spMkLst>
            <pc:docMk/>
            <pc:sldMk cId="3500028627" sldId="301"/>
            <ac:spMk id="4" creationId="{D04A3682-5826-23B8-B8EE-6BF5780943E3}"/>
          </ac:spMkLst>
        </pc:spChg>
      </pc:sldChg>
      <pc:sldChg chg="modSp add del mod">
        <pc:chgData name="Devang Doshi" userId="6d7c14442e64f2c8" providerId="LiveId" clId="{2C82210D-D3A9-4BCD-907E-9A5C3D30F3A8}" dt="2026-09-21T06:09:40.791" v="1243" actId="47"/>
        <pc:sldMkLst>
          <pc:docMk/>
          <pc:sldMk cId="1428714558" sldId="302"/>
        </pc:sldMkLst>
        <pc:spChg chg="mod">
          <ac:chgData name="Devang Doshi" userId="6d7c14442e64f2c8" providerId="LiveId" clId="{2C82210D-D3A9-4BCD-907E-9A5C3D30F3A8}" dt="2026-09-21T06:09:34.030" v="1242" actId="20577"/>
          <ac:spMkLst>
            <pc:docMk/>
            <pc:sldMk cId="1428714558" sldId="302"/>
            <ac:spMk id="4" creationId="{78EC5706-560F-3C3F-5DB2-F0A84E66E8BC}"/>
          </ac:spMkLst>
        </pc:spChg>
      </pc:sldChg>
      <pc:sldChg chg="addSp delSp modSp add mod modNotesTx">
        <pc:chgData name="Devang Doshi" userId="6d7c14442e64f2c8" providerId="LiveId" clId="{2C82210D-D3A9-4BCD-907E-9A5C3D30F3A8}" dt="2026-09-21T19:02:05.606" v="2383" actId="20577"/>
        <pc:sldMkLst>
          <pc:docMk/>
          <pc:sldMk cId="2130984723" sldId="302"/>
        </pc:sldMkLst>
        <pc:spChg chg="add del mod">
          <ac:chgData name="Devang Doshi" userId="6d7c14442e64f2c8" providerId="LiveId" clId="{2C82210D-D3A9-4BCD-907E-9A5C3D30F3A8}" dt="2026-09-21T18:39:46.371" v="1840" actId="478"/>
          <ac:spMkLst>
            <pc:docMk/>
            <pc:sldMk cId="2130984723" sldId="302"/>
            <ac:spMk id="3" creationId="{387DF656-429C-ED2E-2DE6-FD0C086D444C}"/>
          </ac:spMkLst>
        </pc:spChg>
        <pc:spChg chg="mod">
          <ac:chgData name="Devang Doshi" userId="6d7c14442e64f2c8" providerId="LiveId" clId="{2C82210D-D3A9-4BCD-907E-9A5C3D30F3A8}" dt="2026-09-21T18:34:12.627" v="1810" actId="6549"/>
          <ac:spMkLst>
            <pc:docMk/>
            <pc:sldMk cId="2130984723" sldId="302"/>
            <ac:spMk id="4" creationId="{CF5FFD5C-FE91-0F4A-C916-00E1E267FE15}"/>
          </ac:spMkLst>
        </pc:spChg>
        <pc:spChg chg="mod">
          <ac:chgData name="Devang Doshi" userId="6d7c14442e64f2c8" providerId="LiveId" clId="{2C82210D-D3A9-4BCD-907E-9A5C3D30F3A8}" dt="2026-09-21T18:59:12.067" v="2348" actId="20577"/>
          <ac:spMkLst>
            <pc:docMk/>
            <pc:sldMk cId="2130984723" sldId="302"/>
            <ac:spMk id="6" creationId="{F77F1801-470B-2071-A417-F9E4D3AD4189}"/>
          </ac:spMkLst>
        </pc:spChg>
        <pc:spChg chg="add del mod">
          <ac:chgData name="Devang Doshi" userId="6d7c14442e64f2c8" providerId="LiveId" clId="{2C82210D-D3A9-4BCD-907E-9A5C3D30F3A8}" dt="2026-09-21T18:39:48.811" v="1841" actId="478"/>
          <ac:spMkLst>
            <pc:docMk/>
            <pc:sldMk cId="2130984723" sldId="302"/>
            <ac:spMk id="7" creationId="{6F8EE059-ADA4-4273-2571-6CBFF1AA05F7}"/>
          </ac:spMkLst>
        </pc:spChg>
        <pc:spChg chg="add mod">
          <ac:chgData name="Devang Doshi" userId="6d7c14442e64f2c8" providerId="LiveId" clId="{2C82210D-D3A9-4BCD-907E-9A5C3D30F3A8}" dt="2026-09-21T18:58:11.844" v="2330" actId="1035"/>
          <ac:spMkLst>
            <pc:docMk/>
            <pc:sldMk cId="2130984723" sldId="302"/>
            <ac:spMk id="8" creationId="{3E66055C-0C3B-1CE0-B258-A92592FA276C}"/>
          </ac:spMkLst>
        </pc:spChg>
        <pc:spChg chg="add mod">
          <ac:chgData name="Devang Doshi" userId="6d7c14442e64f2c8" providerId="LiveId" clId="{2C82210D-D3A9-4BCD-907E-9A5C3D30F3A8}" dt="2026-09-21T18:58:48.923" v="2344" actId="20577"/>
          <ac:spMkLst>
            <pc:docMk/>
            <pc:sldMk cId="2130984723" sldId="302"/>
            <ac:spMk id="10" creationId="{D183713A-325A-D8BE-0108-024D46CD03F1}"/>
          </ac:spMkLst>
        </pc:spChg>
        <pc:spChg chg="add del mod">
          <ac:chgData name="Devang Doshi" userId="6d7c14442e64f2c8" providerId="LiveId" clId="{2C82210D-D3A9-4BCD-907E-9A5C3D30F3A8}" dt="2026-09-21T18:47:52.699" v="2023" actId="478"/>
          <ac:spMkLst>
            <pc:docMk/>
            <pc:sldMk cId="2130984723" sldId="302"/>
            <ac:spMk id="12" creationId="{EA9DD329-FA1C-7967-A90F-2F835E9A7DFC}"/>
          </ac:spMkLst>
        </pc:spChg>
        <pc:spChg chg="add mod">
          <ac:chgData name="Devang Doshi" userId="6d7c14442e64f2c8" providerId="LiveId" clId="{2C82210D-D3A9-4BCD-907E-9A5C3D30F3A8}" dt="2026-09-21T18:58:11.844" v="2330" actId="1035"/>
          <ac:spMkLst>
            <pc:docMk/>
            <pc:sldMk cId="2130984723" sldId="302"/>
            <ac:spMk id="14" creationId="{B9DC4829-E1E7-4D21-A197-57236CD212FB}"/>
          </ac:spMkLst>
        </pc:spChg>
        <pc:spChg chg="add mod">
          <ac:chgData name="Devang Doshi" userId="6d7c14442e64f2c8" providerId="LiveId" clId="{2C82210D-D3A9-4BCD-907E-9A5C3D30F3A8}" dt="2026-09-21T18:56:17.858" v="2275" actId="1035"/>
          <ac:spMkLst>
            <pc:docMk/>
            <pc:sldMk cId="2130984723" sldId="302"/>
            <ac:spMk id="15" creationId="{EBD66BA6-68BD-8281-EB24-3557E121AE8D}"/>
          </ac:spMkLst>
        </pc:spChg>
        <pc:spChg chg="add mod">
          <ac:chgData name="Devang Doshi" userId="6d7c14442e64f2c8" providerId="LiveId" clId="{2C82210D-D3A9-4BCD-907E-9A5C3D30F3A8}" dt="2026-09-21T18:56:17.858" v="2275" actId="1035"/>
          <ac:spMkLst>
            <pc:docMk/>
            <pc:sldMk cId="2130984723" sldId="302"/>
            <ac:spMk id="16" creationId="{921BD8B6-8055-30B0-7FAC-173EB8DCB35A}"/>
          </ac:spMkLst>
        </pc:spChg>
        <pc:spChg chg="add mod">
          <ac:chgData name="Devang Doshi" userId="6d7c14442e64f2c8" providerId="LiveId" clId="{2C82210D-D3A9-4BCD-907E-9A5C3D30F3A8}" dt="2026-09-21T18:58:26.985" v="2332" actId="207"/>
          <ac:spMkLst>
            <pc:docMk/>
            <pc:sldMk cId="2130984723" sldId="302"/>
            <ac:spMk id="23" creationId="{ECFBB771-2321-ED61-0448-A300510E27D1}"/>
          </ac:spMkLst>
        </pc:spChg>
        <pc:spChg chg="add mod">
          <ac:chgData name="Devang Doshi" userId="6d7c14442e64f2c8" providerId="LiveId" clId="{2C82210D-D3A9-4BCD-907E-9A5C3D30F3A8}" dt="2026-09-21T18:56:42.008" v="2286" actId="20577"/>
          <ac:spMkLst>
            <pc:docMk/>
            <pc:sldMk cId="2130984723" sldId="302"/>
            <ac:spMk id="25" creationId="{5221EB4A-728E-113C-117C-ADC99E2CF217}"/>
          </ac:spMkLst>
        </pc:spChg>
        <pc:cxnChg chg="add mod">
          <ac:chgData name="Devang Doshi" userId="6d7c14442e64f2c8" providerId="LiveId" clId="{2C82210D-D3A9-4BCD-907E-9A5C3D30F3A8}" dt="2026-09-21T18:50:24.586" v="2049" actId="208"/>
          <ac:cxnSpMkLst>
            <pc:docMk/>
            <pc:sldMk cId="2130984723" sldId="302"/>
            <ac:cxnSpMk id="18" creationId="{277C3AF4-9BF5-81C2-C5D8-C128B59B5894}"/>
          </ac:cxnSpMkLst>
        </pc:cxnChg>
        <pc:cxnChg chg="add mod">
          <ac:chgData name="Devang Doshi" userId="6d7c14442e64f2c8" providerId="LiveId" clId="{2C82210D-D3A9-4BCD-907E-9A5C3D30F3A8}" dt="2026-09-21T18:56:10.483" v="2258" actId="1035"/>
          <ac:cxnSpMkLst>
            <pc:docMk/>
            <pc:sldMk cId="2130984723" sldId="302"/>
            <ac:cxnSpMk id="19" creationId="{BEDB6013-4261-2072-3975-B79924840528}"/>
          </ac:cxnSpMkLst>
        </pc:cxnChg>
      </pc:sldChg>
      <pc:sldChg chg="addSp delSp modSp add mod modNotesTx">
        <pc:chgData name="Devang Doshi" userId="6d7c14442e64f2c8" providerId="LiveId" clId="{2C82210D-D3A9-4BCD-907E-9A5C3D30F3A8}" dt="2026-09-21T19:20:05.029" v="2947" actId="6549"/>
        <pc:sldMkLst>
          <pc:docMk/>
          <pc:sldMk cId="1232654976" sldId="303"/>
        </pc:sldMkLst>
        <pc:spChg chg="del">
          <ac:chgData name="Devang Doshi" userId="6d7c14442e64f2c8" providerId="LiveId" clId="{2C82210D-D3A9-4BCD-907E-9A5C3D30F3A8}" dt="2026-09-21T19:03:45.717" v="2384" actId="478"/>
          <ac:spMkLst>
            <pc:docMk/>
            <pc:sldMk cId="1232654976" sldId="303"/>
            <ac:spMk id="3" creationId="{9B46C14A-6F08-0080-EC4E-473409FA7B09}"/>
          </ac:spMkLst>
        </pc:spChg>
        <pc:spChg chg="mod">
          <ac:chgData name="Devang Doshi" userId="6d7c14442e64f2c8" providerId="LiveId" clId="{2C82210D-D3A9-4BCD-907E-9A5C3D30F3A8}" dt="2026-09-21T18:34:28.257" v="1813"/>
          <ac:spMkLst>
            <pc:docMk/>
            <pc:sldMk cId="1232654976" sldId="303"/>
            <ac:spMk id="4" creationId="{35CBF1C2-86F3-8BB5-FA72-F1F979004821}"/>
          </ac:spMkLst>
        </pc:spChg>
        <pc:spChg chg="add mod">
          <ac:chgData name="Devang Doshi" userId="6d7c14442e64f2c8" providerId="LiveId" clId="{2C82210D-D3A9-4BCD-907E-9A5C3D30F3A8}" dt="2026-09-21T19:11:20.421" v="2742" actId="1038"/>
          <ac:spMkLst>
            <pc:docMk/>
            <pc:sldMk cId="1232654976" sldId="303"/>
            <ac:spMk id="5" creationId="{418BCD63-6414-7AD2-F4F2-BC24F0D15A9E}"/>
          </ac:spMkLst>
        </pc:spChg>
        <pc:spChg chg="add mod">
          <ac:chgData name="Devang Doshi" userId="6d7c14442e64f2c8" providerId="LiveId" clId="{2C82210D-D3A9-4BCD-907E-9A5C3D30F3A8}" dt="2026-09-21T19:14:43.450" v="2803" actId="1036"/>
          <ac:spMkLst>
            <pc:docMk/>
            <pc:sldMk cId="1232654976" sldId="303"/>
            <ac:spMk id="7" creationId="{6B10BEBD-6809-4D0B-D1F3-4DAF977772E0}"/>
          </ac:spMkLst>
        </pc:spChg>
        <pc:spChg chg="add mod">
          <ac:chgData name="Devang Doshi" userId="6d7c14442e64f2c8" providerId="LiveId" clId="{2C82210D-D3A9-4BCD-907E-9A5C3D30F3A8}" dt="2026-09-21T19:15:00.437" v="2805" actId="1076"/>
          <ac:spMkLst>
            <pc:docMk/>
            <pc:sldMk cId="1232654976" sldId="303"/>
            <ac:spMk id="9" creationId="{1B5B11F7-B381-5111-2F24-5A3FA155570F}"/>
          </ac:spMkLst>
        </pc:spChg>
        <pc:spChg chg="add mod">
          <ac:chgData name="Devang Doshi" userId="6d7c14442e64f2c8" providerId="LiveId" clId="{2C82210D-D3A9-4BCD-907E-9A5C3D30F3A8}" dt="2026-09-21T19:11:20.421" v="2742" actId="1038"/>
          <ac:spMkLst>
            <pc:docMk/>
            <pc:sldMk cId="1232654976" sldId="303"/>
            <ac:spMk id="11" creationId="{B7AE763D-89E5-A805-0AE4-D27DA4BEF255}"/>
          </ac:spMkLst>
        </pc:spChg>
        <pc:spChg chg="add mod">
          <ac:chgData name="Devang Doshi" userId="6d7c14442e64f2c8" providerId="LiveId" clId="{2C82210D-D3A9-4BCD-907E-9A5C3D30F3A8}" dt="2026-09-21T19:12:52.582" v="2773" actId="14100"/>
          <ac:spMkLst>
            <pc:docMk/>
            <pc:sldMk cId="1232654976" sldId="303"/>
            <ac:spMk id="13" creationId="{78741DF0-C64E-13ED-3146-0B0144CC0E73}"/>
          </ac:spMkLst>
        </pc:spChg>
        <pc:spChg chg="add mod">
          <ac:chgData name="Devang Doshi" userId="6d7c14442e64f2c8" providerId="LiveId" clId="{2C82210D-D3A9-4BCD-907E-9A5C3D30F3A8}" dt="2026-09-21T19:11:24.585" v="2743" actId="1076"/>
          <ac:spMkLst>
            <pc:docMk/>
            <pc:sldMk cId="1232654976" sldId="303"/>
            <ac:spMk id="15" creationId="{B7E7134C-60D8-E810-EDD6-425A8773CE6D}"/>
          </ac:spMkLst>
        </pc:spChg>
        <pc:cxnChg chg="add mod">
          <ac:chgData name="Devang Doshi" userId="6d7c14442e64f2c8" providerId="LiveId" clId="{2C82210D-D3A9-4BCD-907E-9A5C3D30F3A8}" dt="2026-09-21T19:15:07.892" v="2807" actId="14100"/>
          <ac:cxnSpMkLst>
            <pc:docMk/>
            <pc:sldMk cId="1232654976" sldId="303"/>
            <ac:cxnSpMk id="17" creationId="{0EA907AD-263B-1657-2F6C-735423007392}"/>
          </ac:cxnSpMkLst>
        </pc:cxnChg>
        <pc:cxnChg chg="add del mod">
          <ac:chgData name="Devang Doshi" userId="6d7c14442e64f2c8" providerId="LiveId" clId="{2C82210D-D3A9-4BCD-907E-9A5C3D30F3A8}" dt="2026-09-21T19:10:08.836" v="2703" actId="478"/>
          <ac:cxnSpMkLst>
            <pc:docMk/>
            <pc:sldMk cId="1232654976" sldId="303"/>
            <ac:cxnSpMk id="18" creationId="{739C7D9F-9E9B-C8EA-9507-CCBBC2E53E46}"/>
          </ac:cxnSpMkLst>
        </pc:cxnChg>
        <pc:cxnChg chg="add mod">
          <ac:chgData name="Devang Doshi" userId="6d7c14442e64f2c8" providerId="LiveId" clId="{2C82210D-D3A9-4BCD-907E-9A5C3D30F3A8}" dt="2026-09-21T19:14:47.893" v="2804" actId="14100"/>
          <ac:cxnSpMkLst>
            <pc:docMk/>
            <pc:sldMk cId="1232654976" sldId="303"/>
            <ac:cxnSpMk id="22" creationId="{5983ABCA-A5D6-643A-7744-AF65190D32D8}"/>
          </ac:cxnSpMkLst>
        </pc:cxnChg>
        <pc:cxnChg chg="add mod">
          <ac:chgData name="Devang Doshi" userId="6d7c14442e64f2c8" providerId="LiveId" clId="{2C82210D-D3A9-4BCD-907E-9A5C3D30F3A8}" dt="2026-09-21T19:11:52.945" v="2750" actId="14100"/>
          <ac:cxnSpMkLst>
            <pc:docMk/>
            <pc:sldMk cId="1232654976" sldId="303"/>
            <ac:cxnSpMk id="25" creationId="{4C0BC338-E387-511E-C813-D4418620A375}"/>
          </ac:cxnSpMkLst>
        </pc:cxnChg>
        <pc:cxnChg chg="add mod">
          <ac:chgData name="Devang Doshi" userId="6d7c14442e64f2c8" providerId="LiveId" clId="{2C82210D-D3A9-4BCD-907E-9A5C3D30F3A8}" dt="2026-09-21T19:12:52.582" v="2773" actId="14100"/>
          <ac:cxnSpMkLst>
            <pc:docMk/>
            <pc:sldMk cId="1232654976" sldId="303"/>
            <ac:cxnSpMk id="28" creationId="{8790EE0F-BD9D-9FE6-953A-C8238D75D03C}"/>
          </ac:cxnSpMkLst>
        </pc:cxnChg>
        <pc:cxnChg chg="add mod">
          <ac:chgData name="Devang Doshi" userId="6d7c14442e64f2c8" providerId="LiveId" clId="{2C82210D-D3A9-4BCD-907E-9A5C3D30F3A8}" dt="2026-09-21T19:13:09.003" v="2776" actId="14100"/>
          <ac:cxnSpMkLst>
            <pc:docMk/>
            <pc:sldMk cId="1232654976" sldId="303"/>
            <ac:cxnSpMk id="35" creationId="{8071AC0D-191D-6066-DCAF-B05FC8A622F4}"/>
          </ac:cxnSpMkLst>
        </pc:cxnChg>
      </pc:sldChg>
      <pc:sldChg chg="addSp modSp add mod modNotesTx">
        <pc:chgData name="Devang Doshi" userId="6d7c14442e64f2c8" providerId="LiveId" clId="{2C82210D-D3A9-4BCD-907E-9A5C3D30F3A8}" dt="2026-09-21T20:15:07.301" v="5257" actId="6549"/>
        <pc:sldMkLst>
          <pc:docMk/>
          <pc:sldMk cId="2065513642" sldId="304"/>
        </pc:sldMkLst>
        <pc:spChg chg="add mod">
          <ac:chgData name="Devang Doshi" userId="6d7c14442e64f2c8" providerId="LiveId" clId="{2C82210D-D3A9-4BCD-907E-9A5C3D30F3A8}" dt="2026-09-21T20:13:45.714" v="5200" actId="14100"/>
          <ac:spMkLst>
            <pc:docMk/>
            <pc:sldMk cId="2065513642" sldId="304"/>
            <ac:spMk id="5" creationId="{6F19A086-4E0F-0F60-EBAA-E12A0C117AA2}"/>
          </ac:spMkLst>
        </pc:spChg>
        <pc:graphicFrameChg chg="modGraphic">
          <ac:chgData name="Devang Doshi" userId="6d7c14442e64f2c8" providerId="LiveId" clId="{2C82210D-D3A9-4BCD-907E-9A5C3D30F3A8}" dt="2026-09-21T20:12:57.193" v="5118" actId="5793"/>
          <ac:graphicFrameMkLst>
            <pc:docMk/>
            <pc:sldMk cId="2065513642" sldId="304"/>
            <ac:graphicFrameMk id="2" creationId="{45FF2A52-B741-93FF-9E30-B4CBE4AC2323}"/>
          </ac:graphicFrameMkLst>
        </pc:graphicFrameChg>
      </pc:sldChg>
      <pc:sldChg chg="modSp add mod">
        <pc:chgData name="Devang Doshi" userId="6d7c14442e64f2c8" providerId="LiveId" clId="{2C82210D-D3A9-4BCD-907E-9A5C3D30F3A8}" dt="2026-09-21T23:58:37.563" v="7343" actId="20577"/>
        <pc:sldMkLst>
          <pc:docMk/>
          <pc:sldMk cId="3068856642" sldId="305"/>
        </pc:sldMkLst>
        <pc:spChg chg="mod">
          <ac:chgData name="Devang Doshi" userId="6d7c14442e64f2c8" providerId="LiveId" clId="{2C82210D-D3A9-4BCD-907E-9A5C3D30F3A8}" dt="2026-09-21T23:58:37.563" v="7343" actId="20577"/>
          <ac:spMkLst>
            <pc:docMk/>
            <pc:sldMk cId="3068856642" sldId="305"/>
            <ac:spMk id="4" creationId="{F302B0E5-378D-673E-703D-C617BC32020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BA1A63-6FCB-44BA-9406-9314F9F6223A}" type="datetimeFigureOut">
              <a:rPr lang="en-US" smtClean="0"/>
              <a:t>9/20/2026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AD5FA-2608-484E-9A09-F1F4E638099C}" type="slidenum">
              <a:rPr lang="en-US" smtClean="0"/>
              <a:t>‹#›</a:t>
            </a:fld>
            <a:endParaRPr lang="en-US"/>
          </a:p>
        </p:txBody>
      </p:sp>
    </p:spTree>
    <p:extLst>
      <p:ext uri="{BB962C8B-B14F-4D97-AF65-F5344CB8AC3E}">
        <p14:creationId xmlns:p14="http://schemas.microsoft.com/office/powerpoint/2010/main" val="3545082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0AD5FA-2608-484E-9A09-F1F4E638099C}" type="slidenum">
              <a:rPr lang="en-US" smtClean="0"/>
              <a:t>1</a:t>
            </a:fld>
            <a:endParaRPr lang="en-US"/>
          </a:p>
        </p:txBody>
      </p:sp>
    </p:spTree>
    <p:extLst>
      <p:ext uri="{BB962C8B-B14F-4D97-AF65-F5344CB8AC3E}">
        <p14:creationId xmlns:p14="http://schemas.microsoft.com/office/powerpoint/2010/main" val="4260947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Everything on our competition robot is written in Java. When the drivetrain responds to a stick, when the intake stops on a sensor, when the robot drives itself for the first fifteen seconds of a match, that is Java someone on this team wrote. </a:t>
            </a:r>
          </a:p>
          <a:p>
            <a:endParaRPr lang="en-US" dirty="0"/>
          </a:p>
          <a:p>
            <a:r>
              <a:rPr lang="en-US" dirty="0"/>
              <a:t>The library we use, </a:t>
            </a:r>
            <a:r>
              <a:rPr lang="en-US" dirty="0" err="1"/>
              <a:t>WPILib</a:t>
            </a:r>
            <a:r>
              <a:rPr lang="en-US" dirty="0"/>
              <a:t>, is what connects code to hardware. It is built for Java, and that is what we use.</a:t>
            </a:r>
          </a:p>
          <a:p>
            <a:endParaRPr lang="en-US" dirty="0"/>
          </a:p>
          <a:p>
            <a:r>
              <a:rPr lang="en-US" dirty="0"/>
              <a:t>Look at the panel on the right. You will not understand all of it tonight, and you are not supposed to. But by our fourth meeting you will recognize every line. Tonight we start with the three words in orange.</a:t>
            </a:r>
          </a:p>
        </p:txBody>
      </p:sp>
      <p:sp>
        <p:nvSpPr>
          <p:cNvPr id="4" name="Slide Number Placeholder 3"/>
          <p:cNvSpPr>
            <a:spLocks noGrp="1"/>
          </p:cNvSpPr>
          <p:nvPr>
            <p:ph type="sldNum" sz="quarter" idx="5"/>
          </p:nvPr>
        </p:nvSpPr>
        <p:spPr/>
        <p:txBody>
          <a:bodyPr/>
          <a:lstStyle/>
          <a:p>
            <a:fld id="{4C0AD5FA-2608-484E-9A09-F1F4E638099C}" type="slidenum">
              <a:rPr lang="en-US" smtClean="0"/>
              <a:t>6</a:t>
            </a:fld>
            <a:endParaRPr lang="en-US"/>
          </a:p>
        </p:txBody>
      </p:sp>
    </p:spTree>
    <p:extLst>
      <p:ext uri="{BB962C8B-B14F-4D97-AF65-F5344CB8AC3E}">
        <p14:creationId xmlns:p14="http://schemas.microsoft.com/office/powerpoint/2010/main" val="14586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9E8E1-2992-CF64-8439-8DA7CFE2C4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16438B-D9A1-F9EB-FF51-57B387CF7D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D235993-33CA-1E1C-3B86-A360D394BFEA}"/>
              </a:ext>
            </a:extLst>
          </p:cNvPr>
          <p:cNvSpPr>
            <a:spLocks noGrp="1"/>
          </p:cNvSpPr>
          <p:nvPr>
            <p:ph type="body" idx="1"/>
          </p:nvPr>
        </p:nvSpPr>
        <p:spPr/>
        <p:txBody>
          <a:bodyPr/>
          <a:lstStyle/>
          <a:p>
            <a:r>
              <a:rPr lang="en-US" dirty="0"/>
              <a:t>What you type is text. A computer cannot run text, it needs instructions. So, Java takes your file and compiles it, which means turning it into instructions Java understands. Then the Java Virtual Machine, the JVM, runs those instructions and you see output.</a:t>
            </a:r>
          </a:p>
          <a:p>
            <a:endParaRPr lang="en-US" dirty="0"/>
          </a:p>
          <a:p>
            <a:r>
              <a:rPr lang="en-US" dirty="0"/>
              <a:t>The good news is you do not run those two steps yourself. </a:t>
            </a:r>
            <a:r>
              <a:rPr lang="en-US" sz="1200" kern="1200" dirty="0">
                <a:solidFill>
                  <a:schemeClr val="tx1"/>
                </a:solidFill>
                <a:latin typeface="+mn-lt"/>
                <a:ea typeface="+mn-ea"/>
                <a:cs typeface="+mn-cs"/>
              </a:rPr>
              <a:t>java HelloRobot.java</a:t>
            </a:r>
            <a:r>
              <a:rPr lang="en-US" dirty="0"/>
              <a:t> does both, which is the command you already used tonight.</a:t>
            </a:r>
          </a:p>
          <a:p>
            <a:endParaRPr lang="en-US" dirty="0"/>
          </a:p>
          <a:p>
            <a:r>
              <a:rPr lang="en-US" dirty="0"/>
              <a:t>Notice where the two arrows are, because errors live in different places. If you misspell something, you never get past the first arrow, compile error: nothing runs at all. </a:t>
            </a:r>
          </a:p>
          <a:p>
            <a:endParaRPr lang="en-US" dirty="0"/>
          </a:p>
          <a:p>
            <a:r>
              <a:rPr lang="en-US" dirty="0"/>
              <a:t>If your program runs and then crashes partway through, that is the last arrow. Tonight, we will cause the first kind on purpose. Next meeting is about the second kind. And this is exactly what happens on the robot: the code is built on a laptop, sent to the </a:t>
            </a:r>
            <a:r>
              <a:rPr lang="en-US" dirty="0" err="1"/>
              <a:t>roboRIO</a:t>
            </a:r>
            <a:r>
              <a:rPr lang="en-US" dirty="0"/>
              <a:t>, and the </a:t>
            </a:r>
            <a:r>
              <a:rPr lang="en-US" dirty="0" err="1"/>
              <a:t>roboRIO</a:t>
            </a:r>
            <a:r>
              <a:rPr lang="en-US" dirty="0"/>
              <a:t> runs a JVM just like your </a:t>
            </a:r>
            <a:r>
              <a:rPr lang="en-US" dirty="0" err="1"/>
              <a:t>Codespace</a:t>
            </a:r>
            <a:r>
              <a:rPr lang="en-US" dirty="0"/>
              <a:t> does.</a:t>
            </a:r>
          </a:p>
        </p:txBody>
      </p:sp>
      <p:sp>
        <p:nvSpPr>
          <p:cNvPr id="4" name="Slide Number Placeholder 3">
            <a:extLst>
              <a:ext uri="{FF2B5EF4-FFF2-40B4-BE49-F238E27FC236}">
                <a16:creationId xmlns:a16="http://schemas.microsoft.com/office/drawing/2014/main" id="{76F701EB-3F0E-2A59-4E59-433C7803DC11}"/>
              </a:ext>
            </a:extLst>
          </p:cNvPr>
          <p:cNvSpPr>
            <a:spLocks noGrp="1"/>
          </p:cNvSpPr>
          <p:nvPr>
            <p:ph type="sldNum" sz="quarter" idx="5"/>
          </p:nvPr>
        </p:nvSpPr>
        <p:spPr/>
        <p:txBody>
          <a:bodyPr/>
          <a:lstStyle/>
          <a:p>
            <a:fld id="{4C0AD5FA-2608-484E-9A09-F1F4E638099C}" type="slidenum">
              <a:rPr lang="en-US" smtClean="0"/>
              <a:t>7</a:t>
            </a:fld>
            <a:endParaRPr lang="en-US"/>
          </a:p>
        </p:txBody>
      </p:sp>
    </p:spTree>
    <p:extLst>
      <p:ext uri="{BB962C8B-B14F-4D97-AF65-F5344CB8AC3E}">
        <p14:creationId xmlns:p14="http://schemas.microsoft.com/office/powerpoint/2010/main" val="30484729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072DC-9E79-A5BD-F3F3-13BD622177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3BEB6A-5E5C-6B39-22E9-9D901B6BD1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C26E8B1-6EE8-8587-802F-D4A9D04D7B84}"/>
              </a:ext>
            </a:extLst>
          </p:cNvPr>
          <p:cNvSpPr>
            <a:spLocks noGrp="1"/>
          </p:cNvSpPr>
          <p:nvPr>
            <p:ph type="body" idx="1"/>
          </p:nvPr>
        </p:nvSpPr>
        <p:spPr/>
        <p:txBody>
          <a:bodyPr/>
          <a:lstStyle/>
          <a:p>
            <a:r>
              <a:rPr lang="en-US" dirty="0"/>
              <a:t>This is the whole program you ran few minutes ago. Four parts, and you only need three of them tonight.</a:t>
            </a:r>
          </a:p>
          <a:p>
            <a:endParaRPr lang="en-US" dirty="0"/>
          </a:p>
          <a:p>
            <a:r>
              <a:rPr lang="en-US" dirty="0"/>
              <a:t>1. The class, first line. Its name has to match the file name exactly: </a:t>
            </a:r>
            <a:r>
              <a:rPr lang="en-US" sz="1200" kern="1200" dirty="0" err="1">
                <a:solidFill>
                  <a:schemeClr val="tx1"/>
                </a:solidFill>
                <a:latin typeface="+mn-lt"/>
                <a:ea typeface="+mn-ea"/>
                <a:cs typeface="+mn-cs"/>
              </a:rPr>
              <a:t>HelloRobot</a:t>
            </a:r>
            <a:r>
              <a:rPr lang="en-US" dirty="0"/>
              <a:t> in </a:t>
            </a:r>
            <a:r>
              <a:rPr lang="en-US" sz="1200" kern="1200" dirty="0">
                <a:solidFill>
                  <a:schemeClr val="tx1"/>
                </a:solidFill>
                <a:latin typeface="+mn-lt"/>
                <a:ea typeface="+mn-ea"/>
                <a:cs typeface="+mn-cs"/>
              </a:rPr>
              <a:t>HelloRobot.java</a:t>
            </a:r>
            <a:r>
              <a:rPr lang="en-US" dirty="0"/>
              <a:t>. Get that wrong and nothing runs.</a:t>
            </a:r>
          </a:p>
          <a:p>
            <a:r>
              <a:rPr lang="en-US" dirty="0"/>
              <a:t>2. Second, the starting line. When Java runs your program, this is where it begins. I am not going to explain </a:t>
            </a:r>
            <a:r>
              <a:rPr lang="en-US" sz="1200" kern="1200" dirty="0">
                <a:solidFill>
                  <a:schemeClr val="tx1"/>
                </a:solidFill>
                <a:latin typeface="+mn-lt"/>
                <a:ea typeface="+mn-ea"/>
                <a:cs typeface="+mn-cs"/>
              </a:rPr>
              <a:t>public static void main</a:t>
            </a:r>
            <a:r>
              <a:rPr lang="en-US" dirty="0"/>
              <a:t> tonight, and you should not try to memorize it. Copy it every time. Eventually, when we build classes and objects, every word of it will make sense.</a:t>
            </a:r>
          </a:p>
          <a:p>
            <a:r>
              <a:rPr lang="en-US" dirty="0"/>
              <a:t>3. Third, the statement that does the work: it prints a line. Notice the semicolon at the end.</a:t>
            </a:r>
          </a:p>
          <a:p>
            <a:r>
              <a:rPr lang="en-US" dirty="0"/>
              <a:t>4. Fourth, the braces. They group things: the class holds the starting line, and the starting line holds the statement. Every brace that opens has to close, and the editor will help you.</a:t>
            </a:r>
          </a:p>
          <a:p>
            <a:br>
              <a:rPr lang="en-US" dirty="0"/>
            </a:br>
            <a:r>
              <a:rPr lang="en-US" dirty="0"/>
              <a:t>One more thing: the indenting is for humans. Java does not care, but we do, and so will whoever reads your code to review your assignment.</a:t>
            </a:r>
          </a:p>
        </p:txBody>
      </p:sp>
      <p:sp>
        <p:nvSpPr>
          <p:cNvPr id="4" name="Slide Number Placeholder 3">
            <a:extLst>
              <a:ext uri="{FF2B5EF4-FFF2-40B4-BE49-F238E27FC236}">
                <a16:creationId xmlns:a16="http://schemas.microsoft.com/office/drawing/2014/main" id="{323D1E6D-B450-5E95-20D8-5FAF68D56229}"/>
              </a:ext>
            </a:extLst>
          </p:cNvPr>
          <p:cNvSpPr>
            <a:spLocks noGrp="1"/>
          </p:cNvSpPr>
          <p:nvPr>
            <p:ph type="sldNum" sz="quarter" idx="5"/>
          </p:nvPr>
        </p:nvSpPr>
        <p:spPr/>
        <p:txBody>
          <a:bodyPr/>
          <a:lstStyle/>
          <a:p>
            <a:fld id="{4C0AD5FA-2608-484E-9A09-F1F4E638099C}" type="slidenum">
              <a:rPr lang="en-US" smtClean="0"/>
              <a:t>8</a:t>
            </a:fld>
            <a:endParaRPr lang="en-US"/>
          </a:p>
        </p:txBody>
      </p:sp>
    </p:spTree>
    <p:extLst>
      <p:ext uri="{BB962C8B-B14F-4D97-AF65-F5344CB8AC3E}">
        <p14:creationId xmlns:p14="http://schemas.microsoft.com/office/powerpoint/2010/main" val="329277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CA3F4-3627-D59F-1C5E-1E2977AF9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1DE47-B00C-65F8-DE2E-93D8596FFB9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63041FF-254E-4500-3EF9-53E8335E7E66}"/>
              </a:ext>
            </a:extLst>
          </p:cNvPr>
          <p:cNvSpPr>
            <a:spLocks noGrp="1"/>
          </p:cNvSpPr>
          <p:nvPr>
            <p:ph type="body" idx="1"/>
          </p:nvPr>
        </p:nvSpPr>
        <p:spPr/>
        <p:txBody>
          <a:bodyPr/>
          <a:lstStyle/>
          <a:p>
            <a:r>
              <a:rPr lang="en-US" dirty="0"/>
              <a:t>Four rules. You will break all of them, and so does everyone, including the mentors.</a:t>
            </a:r>
          </a:p>
          <a:p>
            <a:pPr marL="228600" indent="-228600">
              <a:buAutoNum type="arabicPeriod"/>
            </a:pPr>
            <a:r>
              <a:rPr lang="en-US" dirty="0"/>
              <a:t>Name the file after the class. </a:t>
            </a:r>
          </a:p>
          <a:p>
            <a:pPr marL="228600" indent="-228600">
              <a:buAutoNum type="arabicPeriod"/>
            </a:pPr>
            <a:r>
              <a:rPr lang="en-US" dirty="0"/>
              <a:t>End statements with a semicolon. </a:t>
            </a:r>
          </a:p>
          <a:p>
            <a:pPr marL="228600" indent="-228600">
              <a:buAutoNum type="arabicPeriod"/>
            </a:pPr>
            <a:r>
              <a:rPr lang="en-US" dirty="0"/>
              <a:t>Braces come in pairs. </a:t>
            </a:r>
          </a:p>
          <a:p>
            <a:pPr marL="228600" indent="-228600">
              <a:buAutoNum type="arabicPeriod"/>
            </a:pPr>
            <a:r>
              <a:rPr lang="en-US" dirty="0"/>
              <a:t>And Java cares about capital letters: </a:t>
            </a:r>
            <a:r>
              <a:rPr lang="en-US" sz="1200" kern="1200" dirty="0" err="1">
                <a:solidFill>
                  <a:schemeClr val="tx1"/>
                </a:solidFill>
                <a:latin typeface="+mn-lt"/>
                <a:ea typeface="+mn-ea"/>
                <a:cs typeface="+mn-cs"/>
              </a:rPr>
              <a:t>leftSpeed</a:t>
            </a:r>
            <a:r>
              <a:rPr lang="en-US" dirty="0"/>
              <a:t> and </a:t>
            </a:r>
            <a:r>
              <a:rPr lang="en-US" sz="1200" kern="1200" dirty="0" err="1">
                <a:solidFill>
                  <a:schemeClr val="tx1"/>
                </a:solidFill>
                <a:latin typeface="+mn-lt"/>
                <a:ea typeface="+mn-ea"/>
                <a:cs typeface="+mn-cs"/>
              </a:rPr>
              <a:t>leftspeed</a:t>
            </a:r>
            <a:r>
              <a:rPr lang="en-US" dirty="0"/>
              <a:t> are two different names as far as Java is concerned.</a:t>
            </a:r>
          </a:p>
          <a:p>
            <a:pPr marL="228600" indent="-228600">
              <a:buAutoNum type="arabicPeriod"/>
            </a:pPr>
            <a:endParaRPr lang="en-US" dirty="0"/>
          </a:p>
          <a:p>
            <a:r>
              <a:rPr lang="en-US" dirty="0"/>
              <a:t>The important part is the line at the bottom. When something goes wrong, Java tells you the file and the line number. That is where you look first. Not the whole program, but that line.</a:t>
            </a:r>
          </a:p>
          <a:p>
            <a:endParaRPr lang="en-US" dirty="0"/>
          </a:p>
          <a:p>
            <a:r>
              <a:rPr lang="en-US" dirty="0"/>
              <a:t>Screenshot this slide. It is posted in Discussions too.</a:t>
            </a:r>
          </a:p>
        </p:txBody>
      </p:sp>
      <p:sp>
        <p:nvSpPr>
          <p:cNvPr id="4" name="Slide Number Placeholder 3">
            <a:extLst>
              <a:ext uri="{FF2B5EF4-FFF2-40B4-BE49-F238E27FC236}">
                <a16:creationId xmlns:a16="http://schemas.microsoft.com/office/drawing/2014/main" id="{F12282A9-F3C2-95F2-B001-6C683D2A3619}"/>
              </a:ext>
            </a:extLst>
          </p:cNvPr>
          <p:cNvSpPr>
            <a:spLocks noGrp="1"/>
          </p:cNvSpPr>
          <p:nvPr>
            <p:ph type="sldNum" sz="quarter" idx="5"/>
          </p:nvPr>
        </p:nvSpPr>
        <p:spPr/>
        <p:txBody>
          <a:bodyPr/>
          <a:lstStyle/>
          <a:p>
            <a:fld id="{4C0AD5FA-2608-484E-9A09-F1F4E638099C}" type="slidenum">
              <a:rPr lang="en-US" smtClean="0"/>
              <a:t>9</a:t>
            </a:fld>
            <a:endParaRPr lang="en-US"/>
          </a:p>
        </p:txBody>
      </p:sp>
    </p:spTree>
    <p:extLst>
      <p:ext uri="{BB962C8B-B14F-4D97-AF65-F5344CB8AC3E}">
        <p14:creationId xmlns:p14="http://schemas.microsoft.com/office/powerpoint/2010/main" val="4269594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E6ACA-8658-4634-8DA2-D32AF34B7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0D633-A862-15AB-C262-D7E087D2EED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D7C9160-5B8E-FA52-6EE5-8C82AD4E13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1E13BB-94F1-BD04-2085-3F52DCD9D3DE}"/>
              </a:ext>
            </a:extLst>
          </p:cNvPr>
          <p:cNvSpPr>
            <a:spLocks noGrp="1"/>
          </p:cNvSpPr>
          <p:nvPr>
            <p:ph type="sldNum" sz="quarter" idx="5"/>
          </p:nvPr>
        </p:nvSpPr>
        <p:spPr/>
        <p:txBody>
          <a:bodyPr/>
          <a:lstStyle/>
          <a:p>
            <a:fld id="{4C0AD5FA-2608-484E-9A09-F1F4E638099C}" type="slidenum">
              <a:rPr lang="en-US" smtClean="0"/>
              <a:t>10</a:t>
            </a:fld>
            <a:endParaRPr lang="en-US"/>
          </a:p>
        </p:txBody>
      </p:sp>
    </p:spTree>
    <p:extLst>
      <p:ext uri="{BB962C8B-B14F-4D97-AF65-F5344CB8AC3E}">
        <p14:creationId xmlns:p14="http://schemas.microsoft.com/office/powerpoint/2010/main" val="1387268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9F964-7519-F71B-5A2F-DAC57494A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E78F9C-1486-0A47-C8CB-94E6E1256AB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CD31CBC-9C55-CEEC-CC2A-EA60692ADD25}"/>
              </a:ext>
            </a:extLst>
          </p:cNvPr>
          <p:cNvSpPr>
            <a:spLocks noGrp="1"/>
          </p:cNvSpPr>
          <p:nvPr>
            <p:ph type="body" idx="1"/>
          </p:nvPr>
        </p:nvSpPr>
        <p:spPr/>
        <p:txBody>
          <a:bodyPr/>
          <a:lstStyle/>
          <a:p>
            <a:r>
              <a:rPr lang="en-US" dirty="0"/>
              <a:t>A variable is a box. Your program puts something in it now and reads it back later. Three things make one: a type, a name, and a value.</a:t>
            </a:r>
          </a:p>
          <a:p>
            <a:endParaRPr lang="en-US" dirty="0"/>
          </a:p>
          <a:p>
            <a:r>
              <a:rPr lang="en-US" dirty="0"/>
              <a:t>1. The type comes first. </a:t>
            </a:r>
            <a:r>
              <a:rPr lang="en-US" sz="1200" kern="1200" dirty="0">
                <a:solidFill>
                  <a:schemeClr val="tx1"/>
                </a:solidFill>
                <a:latin typeface="+mn-lt"/>
                <a:ea typeface="+mn-ea"/>
                <a:cs typeface="+mn-cs"/>
              </a:rPr>
              <a:t>int</a:t>
            </a:r>
            <a:r>
              <a:rPr lang="en-US" dirty="0"/>
              <a:t> means whole numbers, so this box holds counts, encoder ticks, in this case. The type is decided once and never changes.</a:t>
            </a:r>
          </a:p>
          <a:p>
            <a:r>
              <a:rPr lang="en-US" dirty="0"/>
              <a:t>2. Then the name. You pick it. Java only cares that you spell it the same way every time; humans care that it says what it holds.</a:t>
            </a:r>
          </a:p>
          <a:p>
            <a:r>
              <a:rPr lang="en-US" dirty="0"/>
              <a:t>3. Now the part that you need to remember. The equals sign does not mean equals. It means: take what is on the right, and put it in the box on the left. Read it as "gets". </a:t>
            </a:r>
            <a:r>
              <a:rPr lang="en-US" sz="1200" kern="1200" dirty="0" err="1">
                <a:solidFill>
                  <a:schemeClr val="tx1"/>
                </a:solidFill>
                <a:latin typeface="+mn-lt"/>
                <a:ea typeface="+mn-ea"/>
                <a:cs typeface="+mn-cs"/>
              </a:rPr>
              <a:t>encoderTicks</a:t>
            </a:r>
            <a:r>
              <a:rPr lang="en-US" dirty="0"/>
              <a:t> gets zero.</a:t>
            </a:r>
          </a:p>
          <a:p>
            <a:r>
              <a:rPr lang="en-US" dirty="0"/>
              <a:t>That sounds like hair-splitting until next meeting, when you will write </a:t>
            </a:r>
            <a:r>
              <a:rPr lang="en-US" sz="1200" kern="1200" dirty="0">
                <a:solidFill>
                  <a:schemeClr val="tx1"/>
                </a:solidFill>
                <a:latin typeface="+mn-lt"/>
                <a:ea typeface="+mn-ea"/>
                <a:cs typeface="+mn-cs"/>
              </a:rPr>
              <a:t>x = x + 1</a:t>
            </a:r>
            <a:r>
              <a:rPr lang="en-US" dirty="0"/>
              <a:t>. As </a:t>
            </a:r>
            <a:r>
              <a:rPr lang="en-US" dirty="0" err="1"/>
              <a:t>maths</a:t>
            </a:r>
            <a:r>
              <a:rPr lang="en-US" dirty="0"/>
              <a:t> that is nonsense, because nothing equals itself plus one. As an instruction it is obvious: take what is in x, add one, put it back. That only makes sense if you read the equals sign as "gets". </a:t>
            </a:r>
          </a:p>
        </p:txBody>
      </p:sp>
      <p:sp>
        <p:nvSpPr>
          <p:cNvPr id="4" name="Slide Number Placeholder 3">
            <a:extLst>
              <a:ext uri="{FF2B5EF4-FFF2-40B4-BE49-F238E27FC236}">
                <a16:creationId xmlns:a16="http://schemas.microsoft.com/office/drawing/2014/main" id="{636A84F9-59BA-C8E6-4C76-A72BC02E3587}"/>
              </a:ext>
            </a:extLst>
          </p:cNvPr>
          <p:cNvSpPr>
            <a:spLocks noGrp="1"/>
          </p:cNvSpPr>
          <p:nvPr>
            <p:ph type="sldNum" sz="quarter" idx="5"/>
          </p:nvPr>
        </p:nvSpPr>
        <p:spPr/>
        <p:txBody>
          <a:bodyPr/>
          <a:lstStyle/>
          <a:p>
            <a:fld id="{4C0AD5FA-2608-484E-9A09-F1F4E638099C}" type="slidenum">
              <a:rPr lang="en-US" smtClean="0"/>
              <a:t>12</a:t>
            </a:fld>
            <a:endParaRPr lang="en-US"/>
          </a:p>
        </p:txBody>
      </p:sp>
    </p:spTree>
    <p:extLst>
      <p:ext uri="{BB962C8B-B14F-4D97-AF65-F5344CB8AC3E}">
        <p14:creationId xmlns:p14="http://schemas.microsoft.com/office/powerpoint/2010/main" val="1770633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D0984-9017-0470-94B0-B584A9ECC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FD8A75-10A8-F57D-71BB-94A983DB56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0EBB975-4AC6-A0F9-B7DE-CA1CBE98F603}"/>
              </a:ext>
            </a:extLst>
          </p:cNvPr>
          <p:cNvSpPr>
            <a:spLocks noGrp="1"/>
          </p:cNvSpPr>
          <p:nvPr>
            <p:ph type="body" idx="1"/>
          </p:nvPr>
        </p:nvSpPr>
        <p:spPr/>
        <p:txBody>
          <a:bodyPr/>
          <a:lstStyle/>
          <a:p>
            <a:r>
              <a:rPr lang="en-US" dirty="0"/>
              <a:t>Three lines. Watch the box on the right. </a:t>
            </a:r>
          </a:p>
          <a:p>
            <a:r>
              <a:rPr lang="en-US" dirty="0"/>
              <a:t>1. Line one declares, it makes a box called </a:t>
            </a:r>
            <a:r>
              <a:rPr lang="en-US" sz="1200" kern="1200" dirty="0" err="1">
                <a:solidFill>
                  <a:schemeClr val="tx1"/>
                </a:solidFill>
                <a:latin typeface="+mn-lt"/>
                <a:ea typeface="+mn-ea"/>
                <a:cs typeface="+mn-cs"/>
              </a:rPr>
              <a:t>encoderTicks</a:t>
            </a:r>
            <a:r>
              <a:rPr lang="en-US" dirty="0"/>
              <a:t>, of type </a:t>
            </a:r>
            <a:r>
              <a:rPr lang="en-US" sz="1200" kern="1200" dirty="0">
                <a:solidFill>
                  <a:schemeClr val="tx1"/>
                </a:solidFill>
                <a:latin typeface="+mn-lt"/>
                <a:ea typeface="+mn-ea"/>
                <a:cs typeface="+mn-cs"/>
              </a:rPr>
              <a:t>int</a:t>
            </a:r>
            <a:r>
              <a:rPr lang="en-US" dirty="0"/>
              <a:t>, with zero in it.</a:t>
            </a:r>
          </a:p>
          <a:p>
            <a:r>
              <a:rPr lang="en-US" dirty="0"/>
              <a:t>2. Line two assigns. Notice there is no </a:t>
            </a:r>
            <a:r>
              <a:rPr lang="en-US" sz="1200" kern="1200" dirty="0">
                <a:solidFill>
                  <a:schemeClr val="tx1"/>
                </a:solidFill>
                <a:latin typeface="+mn-lt"/>
                <a:ea typeface="+mn-ea"/>
                <a:cs typeface="+mn-cs"/>
              </a:rPr>
              <a:t>int</a:t>
            </a:r>
            <a:r>
              <a:rPr lang="en-US" dirty="0"/>
              <a:t> this time, the box already exists, so we just use its name. Put 1024 in. And the zero is gone; a box holds one thing at a time.</a:t>
            </a:r>
          </a:p>
          <a:p>
            <a:r>
              <a:rPr lang="en-US" dirty="0"/>
              <a:t>3. Line three is the math I talked about in previous side. Read it as </a:t>
            </a:r>
            <a:r>
              <a:rPr lang="en-US" dirty="0" err="1"/>
              <a:t>maths</a:t>
            </a:r>
            <a:r>
              <a:rPr lang="en-US" dirty="0"/>
              <a:t> and it is nonsense; nothing equals itself plus 512. Read it as an instruction and it is obvious. What is in the box right now? 1024. Add 512. That is 1536. Put 1536 back in the box. So: right side first, then put the answer in the box on the left. Every assignment in Java works that way.</a:t>
            </a:r>
          </a:p>
        </p:txBody>
      </p:sp>
      <p:sp>
        <p:nvSpPr>
          <p:cNvPr id="4" name="Slide Number Placeholder 3">
            <a:extLst>
              <a:ext uri="{FF2B5EF4-FFF2-40B4-BE49-F238E27FC236}">
                <a16:creationId xmlns:a16="http://schemas.microsoft.com/office/drawing/2014/main" id="{43F3D845-94F0-503E-054E-DA76CD5F960D}"/>
              </a:ext>
            </a:extLst>
          </p:cNvPr>
          <p:cNvSpPr>
            <a:spLocks noGrp="1"/>
          </p:cNvSpPr>
          <p:nvPr>
            <p:ph type="sldNum" sz="quarter" idx="5"/>
          </p:nvPr>
        </p:nvSpPr>
        <p:spPr/>
        <p:txBody>
          <a:bodyPr/>
          <a:lstStyle/>
          <a:p>
            <a:fld id="{4C0AD5FA-2608-484E-9A09-F1F4E638099C}" type="slidenum">
              <a:rPr lang="en-US" smtClean="0"/>
              <a:t>13</a:t>
            </a:fld>
            <a:endParaRPr lang="en-US"/>
          </a:p>
        </p:txBody>
      </p:sp>
    </p:spTree>
    <p:extLst>
      <p:ext uri="{BB962C8B-B14F-4D97-AF65-F5344CB8AC3E}">
        <p14:creationId xmlns:p14="http://schemas.microsoft.com/office/powerpoint/2010/main" val="2534391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96728-18DE-C160-5D1F-08BB6D10D0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00BAA-9FDE-5D2D-4BBC-6A4A25FB5D0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3B9FBD-EC8C-1924-D02B-7E727246BF36}"/>
              </a:ext>
            </a:extLst>
          </p:cNvPr>
          <p:cNvSpPr>
            <a:spLocks noGrp="1"/>
          </p:cNvSpPr>
          <p:nvPr>
            <p:ph type="body" idx="1"/>
          </p:nvPr>
        </p:nvSpPr>
        <p:spPr/>
        <p:txBody>
          <a:bodyPr/>
          <a:lstStyle/>
          <a:p>
            <a:r>
              <a:rPr lang="en-US" sz="1200" kern="1200" dirty="0">
                <a:solidFill>
                  <a:schemeClr val="tx1"/>
                </a:solidFill>
                <a:latin typeface="+mn-lt"/>
                <a:ea typeface="+mn-ea"/>
                <a:cs typeface="+mn-cs"/>
              </a:rPr>
              <a:t>int</a:t>
            </a:r>
            <a:r>
              <a:rPr lang="en-US" dirty="0"/>
              <a:t> is for whole numbers. Counts of things. On a robot that is things like encoder ticks, which is how far a wheel has turned, plus loop counts and button numbers.</a:t>
            </a:r>
          </a:p>
          <a:p>
            <a:endParaRPr lang="en-US" dirty="0"/>
          </a:p>
          <a:p>
            <a:r>
              <a:rPr lang="en-US" dirty="0"/>
              <a:t>What it will not do is decimals. If you try to put 0.5 in an </a:t>
            </a:r>
            <a:r>
              <a:rPr lang="en-US" sz="1200" kern="1200" dirty="0">
                <a:solidFill>
                  <a:schemeClr val="tx1"/>
                </a:solidFill>
                <a:latin typeface="+mn-lt"/>
                <a:ea typeface="+mn-ea"/>
                <a:cs typeface="+mn-cs"/>
              </a:rPr>
              <a:t>int</a:t>
            </a:r>
            <a:r>
              <a:rPr lang="en-US" dirty="0"/>
              <a:t>, Java refuses, and the error mentions losing something, because that is exactly what would happen. The half would be thrown away. Hold on to that idea. After the break we will divide two whole numbers and watch Java throw away a fraction without asking permission or complaining, and it is another one of the common bugs in student robot code.</a:t>
            </a:r>
          </a:p>
        </p:txBody>
      </p:sp>
      <p:sp>
        <p:nvSpPr>
          <p:cNvPr id="4" name="Slide Number Placeholder 3">
            <a:extLst>
              <a:ext uri="{FF2B5EF4-FFF2-40B4-BE49-F238E27FC236}">
                <a16:creationId xmlns:a16="http://schemas.microsoft.com/office/drawing/2014/main" id="{EC4C0712-7F4B-0C86-2BD7-898ADB2B811B}"/>
              </a:ext>
            </a:extLst>
          </p:cNvPr>
          <p:cNvSpPr>
            <a:spLocks noGrp="1"/>
          </p:cNvSpPr>
          <p:nvPr>
            <p:ph type="sldNum" sz="quarter" idx="5"/>
          </p:nvPr>
        </p:nvSpPr>
        <p:spPr/>
        <p:txBody>
          <a:bodyPr/>
          <a:lstStyle/>
          <a:p>
            <a:fld id="{4C0AD5FA-2608-484E-9A09-F1F4E638099C}" type="slidenum">
              <a:rPr lang="en-US" smtClean="0"/>
              <a:t>14</a:t>
            </a:fld>
            <a:endParaRPr lang="en-US"/>
          </a:p>
        </p:txBody>
      </p:sp>
    </p:spTree>
    <p:extLst>
      <p:ext uri="{BB962C8B-B14F-4D97-AF65-F5344CB8AC3E}">
        <p14:creationId xmlns:p14="http://schemas.microsoft.com/office/powerpoint/2010/main" val="2392444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77126-A491-E4C1-2307-5ABC5D7A0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7C113-2621-4747-4737-EA0CC98609B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D463495-95A0-8AAF-0A36-067B424FDCDD}"/>
              </a:ext>
            </a:extLst>
          </p:cNvPr>
          <p:cNvSpPr>
            <a:spLocks noGrp="1"/>
          </p:cNvSpPr>
          <p:nvPr>
            <p:ph type="body" idx="1"/>
          </p:nvPr>
        </p:nvSpPr>
        <p:spPr/>
        <p:txBody>
          <a:bodyPr/>
          <a:lstStyle/>
          <a:p>
            <a:r>
              <a:rPr lang="en-US" sz="1200" kern="1200" dirty="0">
                <a:solidFill>
                  <a:schemeClr val="tx1"/>
                </a:solidFill>
                <a:latin typeface="+mn-lt"/>
                <a:ea typeface="+mn-ea"/>
                <a:cs typeface="+mn-cs"/>
              </a:rPr>
              <a:t>double</a:t>
            </a:r>
            <a:r>
              <a:rPr lang="en-US" dirty="0"/>
              <a:t> is anything with a decimal point. On a robot that is most things: how far the stick is pushed, what the battery is at, how many centimeters you have travelled. Two conventions worth knowing now. A joystick axis always runs from -1.0 to 1.0, where zero is centered. And motor power uses the same range, which is why clamping to -1 and 1 will keep coming up. One warning. Computers store decimals in binary, and some decimals do not fit exactly, the same way one third does not fit in decimal. So occasionally you will print something and see 0.30000000000000004 instead of 0.3, or minus 0.09999999998 instead of minus 0.1. Your code is fine. That is just how decimals work everywhere, in every language. We can convert or print numbers rounded to two decimals, and the problem disappears.</a:t>
            </a:r>
          </a:p>
        </p:txBody>
      </p:sp>
      <p:sp>
        <p:nvSpPr>
          <p:cNvPr id="4" name="Slide Number Placeholder 3">
            <a:extLst>
              <a:ext uri="{FF2B5EF4-FFF2-40B4-BE49-F238E27FC236}">
                <a16:creationId xmlns:a16="http://schemas.microsoft.com/office/drawing/2014/main" id="{831B6921-844C-465C-5352-869A8C36DA80}"/>
              </a:ext>
            </a:extLst>
          </p:cNvPr>
          <p:cNvSpPr>
            <a:spLocks noGrp="1"/>
          </p:cNvSpPr>
          <p:nvPr>
            <p:ph type="sldNum" sz="quarter" idx="5"/>
          </p:nvPr>
        </p:nvSpPr>
        <p:spPr/>
        <p:txBody>
          <a:bodyPr/>
          <a:lstStyle/>
          <a:p>
            <a:fld id="{4C0AD5FA-2608-484E-9A09-F1F4E638099C}" type="slidenum">
              <a:rPr lang="en-US" smtClean="0"/>
              <a:t>15</a:t>
            </a:fld>
            <a:endParaRPr lang="en-US"/>
          </a:p>
        </p:txBody>
      </p:sp>
    </p:spTree>
    <p:extLst>
      <p:ext uri="{BB962C8B-B14F-4D97-AF65-F5344CB8AC3E}">
        <p14:creationId xmlns:p14="http://schemas.microsoft.com/office/powerpoint/2010/main" val="3273733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C958D-476C-A161-0A7A-F5A8F9A77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226F9-FCCE-7D59-1633-988C8C43F5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97B6BB5-848D-C488-654F-37B2B7AE0FD5}"/>
              </a:ext>
            </a:extLst>
          </p:cNvPr>
          <p:cNvSpPr>
            <a:spLocks noGrp="1"/>
          </p:cNvSpPr>
          <p:nvPr>
            <p:ph type="body" idx="1"/>
          </p:nvPr>
        </p:nvSpPr>
        <p:spPr/>
        <p:txBody>
          <a:bodyPr/>
          <a:lstStyle/>
          <a:p>
            <a:r>
              <a:rPr lang="en-US" dirty="0"/>
              <a:t>A </a:t>
            </a:r>
            <a:r>
              <a:rPr lang="en-US" sz="1200" kern="1200" dirty="0" err="1">
                <a:solidFill>
                  <a:schemeClr val="tx1"/>
                </a:solidFill>
                <a:latin typeface="+mn-lt"/>
                <a:ea typeface="+mn-ea"/>
                <a:cs typeface="+mn-cs"/>
              </a:rPr>
              <a:t>boolean</a:t>
            </a:r>
            <a:r>
              <a:rPr lang="en-US" dirty="0"/>
              <a:t> answers a yes-or-no question, and a robot is full of them. Is the limit switch pressed. Do we have a game piece. Are we there yet.</a:t>
            </a:r>
          </a:p>
          <a:p>
            <a:endParaRPr lang="en-US" dirty="0"/>
          </a:p>
          <a:p>
            <a:r>
              <a:rPr lang="en-US" dirty="0"/>
              <a:t>Name them like questions. </a:t>
            </a:r>
            <a:r>
              <a:rPr lang="en-US" sz="1200" kern="1200" dirty="0" err="1">
                <a:solidFill>
                  <a:schemeClr val="tx1"/>
                </a:solidFill>
                <a:latin typeface="+mn-lt"/>
                <a:ea typeface="+mn-ea"/>
                <a:cs typeface="+mn-cs"/>
              </a:rPr>
              <a:t>isMoving</a:t>
            </a:r>
            <a:r>
              <a:rPr lang="en-US" dirty="0"/>
              <a:t>, </a:t>
            </a:r>
            <a:r>
              <a:rPr lang="en-US" sz="1200" kern="1200" dirty="0" err="1">
                <a:solidFill>
                  <a:schemeClr val="tx1"/>
                </a:solidFill>
                <a:latin typeface="+mn-lt"/>
                <a:ea typeface="+mn-ea"/>
                <a:cs typeface="+mn-cs"/>
              </a:rPr>
              <a:t>hasGamePiece</a:t>
            </a:r>
            <a:r>
              <a:rPr lang="en-US" dirty="0"/>
              <a:t>, </a:t>
            </a:r>
            <a:r>
              <a:rPr lang="en-US" sz="1200" kern="1200" dirty="0" err="1">
                <a:solidFill>
                  <a:schemeClr val="tx1"/>
                </a:solidFill>
                <a:latin typeface="+mn-lt"/>
                <a:ea typeface="+mn-ea"/>
                <a:cs typeface="+mn-cs"/>
              </a:rPr>
              <a:t>atTarget</a:t>
            </a:r>
            <a:r>
              <a:rPr lang="en-US" dirty="0"/>
              <a:t>. It looks fussy tonight, and in next meeting, when you write </a:t>
            </a:r>
            <a:r>
              <a:rPr lang="en-US" sz="1200" kern="1200" dirty="0">
                <a:solidFill>
                  <a:schemeClr val="tx1"/>
                </a:solidFill>
                <a:latin typeface="+mn-lt"/>
                <a:ea typeface="+mn-ea"/>
                <a:cs typeface="+mn-cs"/>
              </a:rPr>
              <a:t>if (</a:t>
            </a:r>
            <a:r>
              <a:rPr lang="en-US" sz="1200" kern="1200" dirty="0" err="1">
                <a:solidFill>
                  <a:schemeClr val="tx1"/>
                </a:solidFill>
                <a:latin typeface="+mn-lt"/>
                <a:ea typeface="+mn-ea"/>
                <a:cs typeface="+mn-cs"/>
              </a:rPr>
              <a:t>isMoving</a:t>
            </a:r>
            <a:r>
              <a:rPr lang="en-US" sz="1200" kern="1200" dirty="0">
                <a:solidFill>
                  <a:schemeClr val="tx1"/>
                </a:solidFill>
                <a:latin typeface="+mn-lt"/>
                <a:ea typeface="+mn-ea"/>
                <a:cs typeface="+mn-cs"/>
              </a:rPr>
              <a:t>)</a:t>
            </a:r>
            <a:r>
              <a:rPr lang="en-US" dirty="0"/>
              <a:t>, it reads like an English sentence and your code gets easier to follow.</a:t>
            </a:r>
          </a:p>
          <a:p>
            <a:r>
              <a:rPr lang="en-US" dirty="0"/>
              <a:t>You will rarely type </a:t>
            </a:r>
            <a:r>
              <a:rPr lang="en-US" sz="1200" kern="1200" dirty="0">
                <a:solidFill>
                  <a:schemeClr val="tx1"/>
                </a:solidFill>
                <a:latin typeface="+mn-lt"/>
                <a:ea typeface="+mn-ea"/>
                <a:cs typeface="+mn-cs"/>
              </a:rPr>
              <a:t>true</a:t>
            </a:r>
            <a:r>
              <a:rPr lang="en-US" dirty="0"/>
              <a:t> or </a:t>
            </a:r>
            <a:r>
              <a:rPr lang="en-US" sz="1200" kern="1200" dirty="0">
                <a:solidFill>
                  <a:schemeClr val="tx1"/>
                </a:solidFill>
                <a:latin typeface="+mn-lt"/>
                <a:ea typeface="+mn-ea"/>
                <a:cs typeface="+mn-cs"/>
              </a:rPr>
              <a:t>false</a:t>
            </a:r>
            <a:r>
              <a:rPr lang="en-US" dirty="0"/>
              <a:t> yourself after tonight. Usually a comparison produces one for you, that is discussed later in the slides.</a:t>
            </a:r>
          </a:p>
        </p:txBody>
      </p:sp>
      <p:sp>
        <p:nvSpPr>
          <p:cNvPr id="4" name="Slide Number Placeholder 3">
            <a:extLst>
              <a:ext uri="{FF2B5EF4-FFF2-40B4-BE49-F238E27FC236}">
                <a16:creationId xmlns:a16="http://schemas.microsoft.com/office/drawing/2014/main" id="{23D95BEA-4994-2205-5D5B-C063EC0A932D}"/>
              </a:ext>
            </a:extLst>
          </p:cNvPr>
          <p:cNvSpPr>
            <a:spLocks noGrp="1"/>
          </p:cNvSpPr>
          <p:nvPr>
            <p:ph type="sldNum" sz="quarter" idx="5"/>
          </p:nvPr>
        </p:nvSpPr>
        <p:spPr/>
        <p:txBody>
          <a:bodyPr/>
          <a:lstStyle/>
          <a:p>
            <a:fld id="{4C0AD5FA-2608-484E-9A09-F1F4E638099C}" type="slidenum">
              <a:rPr lang="en-US" smtClean="0"/>
              <a:t>16</a:t>
            </a:fld>
            <a:endParaRPr lang="en-US"/>
          </a:p>
        </p:txBody>
      </p:sp>
    </p:spTree>
    <p:extLst>
      <p:ext uri="{BB962C8B-B14F-4D97-AF65-F5344CB8AC3E}">
        <p14:creationId xmlns:p14="http://schemas.microsoft.com/office/powerpoint/2010/main" val="26875432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DFDE3-3DB1-69E1-3310-0A0642E90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A4DAD-21F2-0EAA-F9CA-5C67156180B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0C7867-3883-F90C-ABB2-B16CBDCBE148}"/>
              </a:ext>
            </a:extLst>
          </p:cNvPr>
          <p:cNvSpPr>
            <a:spLocks noGrp="1"/>
          </p:cNvSpPr>
          <p:nvPr>
            <p:ph type="body" idx="1"/>
          </p:nvPr>
        </p:nvSpPr>
        <p:spPr/>
        <p:txBody>
          <a:bodyPr/>
          <a:lstStyle/>
          <a:p>
            <a:r>
              <a:rPr lang="en-US" sz="1200" kern="1200" dirty="0">
                <a:solidFill>
                  <a:schemeClr val="tx1"/>
                </a:solidFill>
                <a:latin typeface="+mn-lt"/>
                <a:ea typeface="+mn-ea"/>
                <a:cs typeface="+mn-cs"/>
              </a:rPr>
              <a:t>String</a:t>
            </a:r>
            <a:r>
              <a:rPr lang="en-US" dirty="0"/>
              <a:t> holds text. Any text: a name, a word, a whole sentence. Double quotes around it. On a robot you mostly use it for labels and modes. Next meeting you will write a program that behaves differently depending on whether the mode is the word tank or the word arcade, and that mode will be a </a:t>
            </a:r>
            <a:r>
              <a:rPr lang="en-US" sz="1200" kern="1200" dirty="0">
                <a:solidFill>
                  <a:schemeClr val="tx1"/>
                </a:solidFill>
                <a:latin typeface="+mn-lt"/>
                <a:ea typeface="+mn-ea"/>
                <a:cs typeface="+mn-cs"/>
              </a:rPr>
              <a:t>String</a:t>
            </a:r>
            <a:r>
              <a:rPr lang="en-US" dirty="0"/>
              <a:t>. The trap is on the bottom of the slide. Put quotes around a number and it stops being a number. </a:t>
            </a:r>
            <a:r>
              <a:rPr lang="en-US" sz="1200" kern="1200" dirty="0">
                <a:solidFill>
                  <a:schemeClr val="tx1"/>
                </a:solidFill>
                <a:latin typeface="+mn-lt"/>
                <a:ea typeface="+mn-ea"/>
                <a:cs typeface="+mn-cs"/>
              </a:rPr>
              <a:t>"12.4"</a:t>
            </a:r>
            <a:r>
              <a:rPr lang="en-US" dirty="0"/>
              <a:t> is text that happens to look like a number, and you cannot multiply it by anything. If a value is meant for </a:t>
            </a:r>
            <a:r>
              <a:rPr lang="en-US" dirty="0" err="1"/>
              <a:t>maths</a:t>
            </a:r>
            <a:r>
              <a:rPr lang="en-US" dirty="0"/>
              <a:t>, no quotes.</a:t>
            </a:r>
          </a:p>
          <a:p>
            <a:endParaRPr lang="en-US" dirty="0"/>
          </a:p>
          <a:p>
            <a:r>
              <a:rPr lang="en-US" dirty="0"/>
              <a:t>And </a:t>
            </a:r>
            <a:r>
              <a:rPr lang="en-US" sz="1200" kern="1200" dirty="0">
                <a:solidFill>
                  <a:schemeClr val="tx1"/>
                </a:solidFill>
                <a:latin typeface="+mn-lt"/>
                <a:ea typeface="+mn-ea"/>
                <a:cs typeface="+mn-cs"/>
              </a:rPr>
              <a:t>char</a:t>
            </a:r>
            <a:r>
              <a:rPr lang="en-US" dirty="0"/>
              <a:t>, quickly: one single character, in single quotes. You might see it in other people's code. We will not use it again.</a:t>
            </a:r>
          </a:p>
        </p:txBody>
      </p:sp>
      <p:sp>
        <p:nvSpPr>
          <p:cNvPr id="4" name="Slide Number Placeholder 3">
            <a:extLst>
              <a:ext uri="{FF2B5EF4-FFF2-40B4-BE49-F238E27FC236}">
                <a16:creationId xmlns:a16="http://schemas.microsoft.com/office/drawing/2014/main" id="{470DDD9F-C179-D9A0-5732-00BB99C49734}"/>
              </a:ext>
            </a:extLst>
          </p:cNvPr>
          <p:cNvSpPr>
            <a:spLocks noGrp="1"/>
          </p:cNvSpPr>
          <p:nvPr>
            <p:ph type="sldNum" sz="quarter" idx="5"/>
          </p:nvPr>
        </p:nvSpPr>
        <p:spPr/>
        <p:txBody>
          <a:bodyPr/>
          <a:lstStyle/>
          <a:p>
            <a:fld id="{4C0AD5FA-2608-484E-9A09-F1F4E638099C}" type="slidenum">
              <a:rPr lang="en-US" smtClean="0"/>
              <a:t>17</a:t>
            </a:fld>
            <a:endParaRPr lang="en-US"/>
          </a:p>
        </p:txBody>
      </p:sp>
    </p:spTree>
    <p:extLst>
      <p:ext uri="{BB962C8B-B14F-4D97-AF65-F5344CB8AC3E}">
        <p14:creationId xmlns:p14="http://schemas.microsoft.com/office/powerpoint/2010/main" val="2425423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85919-122B-F46E-D6B8-F1D8CD96C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8D552-560D-F9CC-0B59-841B3E34DD8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D7CEFE-36F2-2791-5923-FF3113CF5C3F}"/>
              </a:ext>
            </a:extLst>
          </p:cNvPr>
          <p:cNvSpPr>
            <a:spLocks noGrp="1"/>
          </p:cNvSpPr>
          <p:nvPr>
            <p:ph type="body" idx="1"/>
          </p:nvPr>
        </p:nvSpPr>
        <p:spPr/>
        <p:txBody>
          <a:bodyPr/>
          <a:lstStyle/>
          <a:p>
            <a:r>
              <a:rPr lang="en-US" dirty="0"/>
              <a:t>Write down your answers, keep it quick 10 secs a row.</a:t>
            </a:r>
          </a:p>
        </p:txBody>
      </p:sp>
      <p:sp>
        <p:nvSpPr>
          <p:cNvPr id="4" name="Slide Number Placeholder 3">
            <a:extLst>
              <a:ext uri="{FF2B5EF4-FFF2-40B4-BE49-F238E27FC236}">
                <a16:creationId xmlns:a16="http://schemas.microsoft.com/office/drawing/2014/main" id="{DDF5F1D0-E583-43F0-A9B8-C33E0EED4EFC}"/>
              </a:ext>
            </a:extLst>
          </p:cNvPr>
          <p:cNvSpPr>
            <a:spLocks noGrp="1"/>
          </p:cNvSpPr>
          <p:nvPr>
            <p:ph type="sldNum" sz="quarter" idx="5"/>
          </p:nvPr>
        </p:nvSpPr>
        <p:spPr/>
        <p:txBody>
          <a:bodyPr/>
          <a:lstStyle/>
          <a:p>
            <a:fld id="{4C0AD5FA-2608-484E-9A09-F1F4E638099C}" type="slidenum">
              <a:rPr lang="en-US" smtClean="0"/>
              <a:t>18</a:t>
            </a:fld>
            <a:endParaRPr lang="en-US"/>
          </a:p>
        </p:txBody>
      </p:sp>
    </p:spTree>
    <p:extLst>
      <p:ext uri="{BB962C8B-B14F-4D97-AF65-F5344CB8AC3E}">
        <p14:creationId xmlns:p14="http://schemas.microsoft.com/office/powerpoint/2010/main" val="30540901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E7CF3-5605-A8D0-A3E9-49DF903C24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F40B7A-180D-73AF-3DA1-A54698AB369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7E21608-78CB-B12C-7667-7F576CBE2992}"/>
              </a:ext>
            </a:extLst>
          </p:cNvPr>
          <p:cNvSpPr>
            <a:spLocks noGrp="1"/>
          </p:cNvSpPr>
          <p:nvPr>
            <p:ph type="body" idx="1"/>
          </p:nvPr>
        </p:nvSpPr>
        <p:spPr/>
        <p:txBody>
          <a:bodyPr/>
          <a:lstStyle/>
          <a:p>
            <a:r>
              <a:rPr lang="en-US" dirty="0"/>
              <a:t>Now look at the first two and the last two, because they are the interesting pair. Both pairs start with the same words “how far” or "how many", and they are different types. Why? Because "how many" is not the question. The question is: can you have half of one? Half a simulation step does not exist, you either ran the step or you did not. Half a </a:t>
            </a:r>
            <a:r>
              <a:rPr lang="en-US" dirty="0" err="1"/>
              <a:t>centimetre</a:t>
            </a:r>
            <a:r>
              <a:rPr lang="en-US" dirty="0"/>
              <a:t> absolutely exists. That is the whole rule, and it will get you the right answer nearly every time.</a:t>
            </a:r>
          </a:p>
        </p:txBody>
      </p:sp>
      <p:sp>
        <p:nvSpPr>
          <p:cNvPr id="4" name="Slide Number Placeholder 3">
            <a:extLst>
              <a:ext uri="{FF2B5EF4-FFF2-40B4-BE49-F238E27FC236}">
                <a16:creationId xmlns:a16="http://schemas.microsoft.com/office/drawing/2014/main" id="{1439C44D-4740-8626-9A1D-B45B0894350F}"/>
              </a:ext>
            </a:extLst>
          </p:cNvPr>
          <p:cNvSpPr>
            <a:spLocks noGrp="1"/>
          </p:cNvSpPr>
          <p:nvPr>
            <p:ph type="sldNum" sz="quarter" idx="5"/>
          </p:nvPr>
        </p:nvSpPr>
        <p:spPr/>
        <p:txBody>
          <a:bodyPr/>
          <a:lstStyle/>
          <a:p>
            <a:fld id="{4C0AD5FA-2608-484E-9A09-F1F4E638099C}" type="slidenum">
              <a:rPr lang="en-US" smtClean="0"/>
              <a:t>19</a:t>
            </a:fld>
            <a:endParaRPr lang="en-US"/>
          </a:p>
        </p:txBody>
      </p:sp>
    </p:spTree>
    <p:extLst>
      <p:ext uri="{BB962C8B-B14F-4D97-AF65-F5344CB8AC3E}">
        <p14:creationId xmlns:p14="http://schemas.microsoft.com/office/powerpoint/2010/main" val="20565237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8C333-CDD7-10B2-FB02-90A9E7EC9D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589EE-7D9A-08BE-44E5-895FB5C5C56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1831252-EEA5-648A-7462-CDAD52FDBEDD}"/>
              </a:ext>
            </a:extLst>
          </p:cNvPr>
          <p:cNvSpPr>
            <a:spLocks noGrp="1"/>
          </p:cNvSpPr>
          <p:nvPr>
            <p:ph type="body" idx="1"/>
          </p:nvPr>
        </p:nvSpPr>
        <p:spPr/>
        <p:txBody>
          <a:bodyPr/>
          <a:lstStyle/>
          <a:p>
            <a:r>
              <a:rPr lang="en-US" dirty="0"/>
              <a:t>Two panels. Same program, same result, same speed. Take ten seconds and decide which one you would rather be handed on when it does not work. </a:t>
            </a:r>
          </a:p>
          <a:p>
            <a:endParaRPr lang="en-US" dirty="0"/>
          </a:p>
          <a:p>
            <a:r>
              <a:rPr lang="en-US" dirty="0"/>
              <a:t>Java does not care. It will run the left one happily. The person reviewing your pull request cares, and so will you, in four days, when you have forgotten what </a:t>
            </a:r>
            <a:r>
              <a:rPr lang="en-US" sz="1200" kern="1200" dirty="0">
                <a:solidFill>
                  <a:schemeClr val="tx1"/>
                </a:solidFill>
                <a:latin typeface="+mn-lt"/>
                <a:ea typeface="+mn-ea"/>
                <a:cs typeface="+mn-cs"/>
              </a:rPr>
              <a:t>c</a:t>
            </a:r>
            <a:r>
              <a:rPr lang="en-US" dirty="0"/>
              <a:t> was. Three habits. </a:t>
            </a:r>
          </a:p>
          <a:p>
            <a:pPr marL="228600" indent="-228600">
              <a:buAutoNum type="arabicPeriod"/>
            </a:pPr>
            <a:r>
              <a:rPr lang="en-US" dirty="0"/>
              <a:t>Start names with a lowercase letter and </a:t>
            </a:r>
            <a:r>
              <a:rPr lang="en-US" dirty="0" err="1"/>
              <a:t>capitalise</a:t>
            </a:r>
            <a:r>
              <a:rPr lang="en-US" dirty="0"/>
              <a:t> each new word after that, that is camelCase, and it is what all Java code looks like. </a:t>
            </a:r>
          </a:p>
          <a:p>
            <a:pPr marL="228600" indent="-228600">
              <a:buAutoNum type="arabicPeriod"/>
            </a:pPr>
            <a:r>
              <a:rPr lang="en-US" dirty="0"/>
              <a:t>Make the name say what is in the box. </a:t>
            </a:r>
          </a:p>
          <a:p>
            <a:pPr marL="228600" indent="-228600">
              <a:buAutoNum type="arabicPeriod"/>
            </a:pPr>
            <a:r>
              <a:rPr lang="en-US" dirty="0"/>
              <a:t>And name </a:t>
            </a:r>
            <a:r>
              <a:rPr lang="en-US" dirty="0" err="1"/>
              <a:t>booleans</a:t>
            </a:r>
            <a:r>
              <a:rPr lang="en-US" dirty="0"/>
              <a:t> like questions.</a:t>
            </a:r>
          </a:p>
          <a:p>
            <a:pPr marL="0" indent="0">
              <a:buNone/>
            </a:pPr>
            <a:endParaRPr lang="en-US" dirty="0"/>
          </a:p>
          <a:p>
            <a:pPr marL="0" indent="0">
              <a:buNone/>
            </a:pPr>
            <a:r>
              <a:rPr lang="en-US" dirty="0"/>
              <a:t>Short names are not banned, by the way. When you write a simulator, </a:t>
            </a:r>
            <a:r>
              <a:rPr lang="en-US" sz="1200" kern="1200" dirty="0">
                <a:solidFill>
                  <a:schemeClr val="tx1"/>
                </a:solidFill>
                <a:latin typeface="+mn-lt"/>
                <a:ea typeface="+mn-ea"/>
                <a:cs typeface="+mn-cs"/>
              </a:rPr>
              <a:t>x</a:t>
            </a:r>
            <a:r>
              <a:rPr lang="en-US" dirty="0"/>
              <a:t> and </a:t>
            </a:r>
            <a:r>
              <a:rPr lang="en-US" sz="1200" kern="1200" dirty="0">
                <a:solidFill>
                  <a:schemeClr val="tx1"/>
                </a:solidFill>
                <a:latin typeface="+mn-lt"/>
                <a:ea typeface="+mn-ea"/>
                <a:cs typeface="+mn-cs"/>
              </a:rPr>
              <a:t>y</a:t>
            </a:r>
            <a:r>
              <a:rPr lang="en-US" dirty="0"/>
              <a:t> are the right names for coordinates, because that is what everyone calls them. The test is whether the name is the obvious one, not whether it is long.</a:t>
            </a:r>
          </a:p>
        </p:txBody>
      </p:sp>
      <p:sp>
        <p:nvSpPr>
          <p:cNvPr id="4" name="Slide Number Placeholder 3">
            <a:extLst>
              <a:ext uri="{FF2B5EF4-FFF2-40B4-BE49-F238E27FC236}">
                <a16:creationId xmlns:a16="http://schemas.microsoft.com/office/drawing/2014/main" id="{13E9644A-A871-5356-437E-97B607216D3C}"/>
              </a:ext>
            </a:extLst>
          </p:cNvPr>
          <p:cNvSpPr>
            <a:spLocks noGrp="1"/>
          </p:cNvSpPr>
          <p:nvPr>
            <p:ph type="sldNum" sz="quarter" idx="5"/>
          </p:nvPr>
        </p:nvSpPr>
        <p:spPr/>
        <p:txBody>
          <a:bodyPr/>
          <a:lstStyle/>
          <a:p>
            <a:fld id="{4C0AD5FA-2608-484E-9A09-F1F4E638099C}" type="slidenum">
              <a:rPr lang="en-US" smtClean="0"/>
              <a:t>20</a:t>
            </a:fld>
            <a:endParaRPr lang="en-US"/>
          </a:p>
        </p:txBody>
      </p:sp>
    </p:spTree>
    <p:extLst>
      <p:ext uri="{BB962C8B-B14F-4D97-AF65-F5344CB8AC3E}">
        <p14:creationId xmlns:p14="http://schemas.microsoft.com/office/powerpoint/2010/main" val="30991574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514A2-C4C3-B706-9FAE-4F576EEE04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CD3E39-AA94-B4ED-205E-0D5CDA17D5C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03F1721-7A55-61F7-13C1-BED991BEE6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FA8454-8122-9783-1AB1-B7AFDFB72600}"/>
              </a:ext>
            </a:extLst>
          </p:cNvPr>
          <p:cNvSpPr>
            <a:spLocks noGrp="1"/>
          </p:cNvSpPr>
          <p:nvPr>
            <p:ph type="sldNum" sz="quarter" idx="5"/>
          </p:nvPr>
        </p:nvSpPr>
        <p:spPr/>
        <p:txBody>
          <a:bodyPr/>
          <a:lstStyle/>
          <a:p>
            <a:fld id="{4C0AD5FA-2608-484E-9A09-F1F4E638099C}" type="slidenum">
              <a:rPr lang="en-US" smtClean="0"/>
              <a:t>21</a:t>
            </a:fld>
            <a:endParaRPr lang="en-US"/>
          </a:p>
        </p:txBody>
      </p:sp>
    </p:spTree>
    <p:extLst>
      <p:ext uri="{BB962C8B-B14F-4D97-AF65-F5344CB8AC3E}">
        <p14:creationId xmlns:p14="http://schemas.microsoft.com/office/powerpoint/2010/main" val="40672576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0AD5FA-2608-484E-9A09-F1F4E638099C}" type="slidenum">
              <a:rPr lang="en-US" smtClean="0"/>
              <a:t>22</a:t>
            </a:fld>
            <a:endParaRPr lang="en-US"/>
          </a:p>
        </p:txBody>
      </p:sp>
    </p:spTree>
    <p:extLst>
      <p:ext uri="{BB962C8B-B14F-4D97-AF65-F5344CB8AC3E}">
        <p14:creationId xmlns:p14="http://schemas.microsoft.com/office/powerpoint/2010/main" val="18378086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A834E-F544-EEB9-8E76-F97172477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484674-84C8-6F1C-BA7B-2EC6D80AF9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99F8462-86B1-4315-3EFA-19AA50E10EB1}"/>
              </a:ext>
            </a:extLst>
          </p:cNvPr>
          <p:cNvSpPr>
            <a:spLocks noGrp="1"/>
          </p:cNvSpPr>
          <p:nvPr>
            <p:ph type="body" idx="1"/>
          </p:nvPr>
        </p:nvSpPr>
        <p:spPr/>
        <p:txBody>
          <a:bodyPr/>
          <a:lstStyle/>
          <a:p>
            <a:r>
              <a:rPr lang="en-US" dirty="0"/>
              <a:t>Five of these, and four are the ones you already know. </a:t>
            </a:r>
          </a:p>
          <a:p>
            <a:r>
              <a:rPr lang="en-US" dirty="0"/>
              <a:t>Add and subtract: that is arcade drive, the thing you will build in the lab. </a:t>
            </a:r>
          </a:p>
          <a:p>
            <a:r>
              <a:rPr lang="en-US" dirty="0"/>
              <a:t>Multiply: speed times battery voltage gives you volts. </a:t>
            </a:r>
          </a:p>
          <a:p>
            <a:r>
              <a:rPr lang="en-US" dirty="0"/>
              <a:t>Percent is the remainder after dividing, which sounds useless until you want minutes and seconds out of a total.</a:t>
            </a:r>
          </a:p>
          <a:p>
            <a:endParaRPr lang="en-US" dirty="0"/>
          </a:p>
          <a:p>
            <a:r>
              <a:rPr lang="en-US" dirty="0"/>
              <a:t>Order of operations is the same as </a:t>
            </a:r>
            <a:r>
              <a:rPr lang="en-US" dirty="0" err="1"/>
              <a:t>maths</a:t>
            </a:r>
            <a:r>
              <a:rPr lang="en-US" dirty="0"/>
              <a:t>, times and divide first. If you are ever unsure, brackets cost nothing.</a:t>
            </a:r>
          </a:p>
        </p:txBody>
      </p:sp>
      <p:sp>
        <p:nvSpPr>
          <p:cNvPr id="4" name="Slide Number Placeholder 3">
            <a:extLst>
              <a:ext uri="{FF2B5EF4-FFF2-40B4-BE49-F238E27FC236}">
                <a16:creationId xmlns:a16="http://schemas.microsoft.com/office/drawing/2014/main" id="{51193AD5-C97E-6374-655B-DFCA063931BB}"/>
              </a:ext>
            </a:extLst>
          </p:cNvPr>
          <p:cNvSpPr>
            <a:spLocks noGrp="1"/>
          </p:cNvSpPr>
          <p:nvPr>
            <p:ph type="sldNum" sz="quarter" idx="5"/>
          </p:nvPr>
        </p:nvSpPr>
        <p:spPr/>
        <p:txBody>
          <a:bodyPr/>
          <a:lstStyle/>
          <a:p>
            <a:fld id="{4C0AD5FA-2608-484E-9A09-F1F4E638099C}" type="slidenum">
              <a:rPr lang="en-US" smtClean="0"/>
              <a:t>24</a:t>
            </a:fld>
            <a:endParaRPr lang="en-US"/>
          </a:p>
        </p:txBody>
      </p:sp>
    </p:spTree>
    <p:extLst>
      <p:ext uri="{BB962C8B-B14F-4D97-AF65-F5344CB8AC3E}">
        <p14:creationId xmlns:p14="http://schemas.microsoft.com/office/powerpoint/2010/main" val="6620960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F6BBC-BFC4-A50A-0C3E-2BADE6AF78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45BBC1-E0B7-01AA-38C4-581975B2E1A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760280-2063-68D5-5E2F-5CE11C013D86}"/>
              </a:ext>
            </a:extLst>
          </p:cNvPr>
          <p:cNvSpPr>
            <a:spLocks noGrp="1"/>
          </p:cNvSpPr>
          <p:nvPr>
            <p:ph type="body" idx="1"/>
          </p:nvPr>
        </p:nvSpPr>
        <p:spPr/>
        <p:txBody>
          <a:bodyPr/>
          <a:lstStyle/>
          <a:p>
            <a:r>
              <a:rPr lang="en-US" sz="1200" kern="1200" dirty="0">
                <a:solidFill>
                  <a:schemeClr val="tx1"/>
                </a:solidFill>
                <a:latin typeface="+mn-lt"/>
                <a:ea typeface="+mn-ea"/>
                <a:cs typeface="+mn-cs"/>
              </a:rPr>
              <a:t>int ticks = 1024;</a:t>
            </a:r>
          </a:p>
          <a:p>
            <a:r>
              <a:rPr lang="en-US" sz="1200" kern="1200" dirty="0">
                <a:solidFill>
                  <a:schemeClr val="tx1"/>
                </a:solidFill>
                <a:latin typeface="+mn-lt"/>
                <a:ea typeface="+mn-ea"/>
                <a:cs typeface="+mn-cs"/>
              </a:rPr>
              <a:t>int </a:t>
            </a:r>
            <a:r>
              <a:rPr lang="en-US" sz="1200" kern="1200" dirty="0" err="1">
                <a:solidFill>
                  <a:schemeClr val="tx1"/>
                </a:solidFill>
                <a:latin typeface="+mn-lt"/>
                <a:ea typeface="+mn-ea"/>
                <a:cs typeface="+mn-cs"/>
              </a:rPr>
              <a:t>ticksPerRev</a:t>
            </a:r>
            <a:r>
              <a:rPr lang="en-US" sz="1200" kern="1200" dirty="0">
                <a:solidFill>
                  <a:schemeClr val="tx1"/>
                </a:solidFill>
                <a:latin typeface="+mn-lt"/>
                <a:ea typeface="+mn-ea"/>
                <a:cs typeface="+mn-cs"/>
              </a:rPr>
              <a:t> = 2048;</a:t>
            </a:r>
          </a:p>
          <a:p>
            <a:r>
              <a:rPr lang="en-US" sz="1200" kern="1200" dirty="0" err="1">
                <a:solidFill>
                  <a:schemeClr val="tx1"/>
                </a:solidFill>
                <a:latin typeface="+mn-lt"/>
                <a:ea typeface="+mn-ea"/>
                <a:cs typeface="+mn-cs"/>
              </a:rPr>
              <a:t>System.out.println</a:t>
            </a:r>
            <a:r>
              <a:rPr lang="en-US" sz="1200" kern="1200" dirty="0">
                <a:solidFill>
                  <a:schemeClr val="tx1"/>
                </a:solidFill>
                <a:latin typeface="+mn-lt"/>
                <a:ea typeface="+mn-ea"/>
                <a:cs typeface="+mn-cs"/>
              </a:rPr>
              <a:t>(ticks / </a:t>
            </a:r>
            <a:r>
              <a:rPr lang="en-US" sz="1200" kern="1200" dirty="0" err="1">
                <a:solidFill>
                  <a:schemeClr val="tx1"/>
                </a:solidFill>
                <a:latin typeface="+mn-lt"/>
                <a:ea typeface="+mn-ea"/>
                <a:cs typeface="+mn-cs"/>
              </a:rPr>
              <a:t>ticksPerRev</a:t>
            </a:r>
            <a:r>
              <a:rPr lang="en-US" sz="1200" kern="1200" dirty="0">
                <a:solidFill>
                  <a:schemeClr val="tx1"/>
                </a:solidFill>
                <a:latin typeface="+mn-lt"/>
                <a:ea typeface="+mn-ea"/>
                <a:cs typeface="+mn-cs"/>
              </a:rPr>
              <a:t>);</a:t>
            </a:r>
          </a:p>
        </p:txBody>
      </p:sp>
      <p:sp>
        <p:nvSpPr>
          <p:cNvPr id="4" name="Slide Number Placeholder 3">
            <a:extLst>
              <a:ext uri="{FF2B5EF4-FFF2-40B4-BE49-F238E27FC236}">
                <a16:creationId xmlns:a16="http://schemas.microsoft.com/office/drawing/2014/main" id="{41657F40-E607-5B62-4598-3B768FD12DC7}"/>
              </a:ext>
            </a:extLst>
          </p:cNvPr>
          <p:cNvSpPr>
            <a:spLocks noGrp="1"/>
          </p:cNvSpPr>
          <p:nvPr>
            <p:ph type="sldNum" sz="quarter" idx="5"/>
          </p:nvPr>
        </p:nvSpPr>
        <p:spPr/>
        <p:txBody>
          <a:bodyPr/>
          <a:lstStyle/>
          <a:p>
            <a:fld id="{4C0AD5FA-2608-484E-9A09-F1F4E638099C}" type="slidenum">
              <a:rPr lang="en-US" smtClean="0"/>
              <a:t>25</a:t>
            </a:fld>
            <a:endParaRPr lang="en-US"/>
          </a:p>
        </p:txBody>
      </p:sp>
    </p:spTree>
    <p:extLst>
      <p:ext uri="{BB962C8B-B14F-4D97-AF65-F5344CB8AC3E}">
        <p14:creationId xmlns:p14="http://schemas.microsoft.com/office/powerpoint/2010/main" val="24215468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0457-80F7-A11D-AE14-27650A10E9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5C2BDC-1F33-6EE1-4F4B-DB3C5613F10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2A58D1-EF6A-297A-3B00-0FD382A751F3}"/>
              </a:ext>
            </a:extLst>
          </p:cNvPr>
          <p:cNvSpPr>
            <a:spLocks noGrp="1"/>
          </p:cNvSpPr>
          <p:nvPr>
            <p:ph type="body" idx="1"/>
          </p:nvPr>
        </p:nvSpPr>
        <p:spPr/>
        <p:txBody>
          <a:bodyPr/>
          <a:lstStyle/>
          <a:p>
            <a:r>
              <a:rPr lang="en-US" dirty="0"/>
              <a:t>154 seconds. Divide by 60 and you get 2, because two whole minutes fit. The remainder, 34, is what is left over. Two minutes thirty-four seconds. That is the whole idea. </a:t>
            </a:r>
          </a:p>
        </p:txBody>
      </p:sp>
      <p:sp>
        <p:nvSpPr>
          <p:cNvPr id="4" name="Slide Number Placeholder 3">
            <a:extLst>
              <a:ext uri="{FF2B5EF4-FFF2-40B4-BE49-F238E27FC236}">
                <a16:creationId xmlns:a16="http://schemas.microsoft.com/office/drawing/2014/main" id="{AFBBBC9C-6CF1-7F54-4565-B40DB92A8778}"/>
              </a:ext>
            </a:extLst>
          </p:cNvPr>
          <p:cNvSpPr>
            <a:spLocks noGrp="1"/>
          </p:cNvSpPr>
          <p:nvPr>
            <p:ph type="sldNum" sz="quarter" idx="5"/>
          </p:nvPr>
        </p:nvSpPr>
        <p:spPr/>
        <p:txBody>
          <a:bodyPr/>
          <a:lstStyle/>
          <a:p>
            <a:fld id="{4C0AD5FA-2608-484E-9A09-F1F4E638099C}" type="slidenum">
              <a:rPr lang="en-US" smtClean="0"/>
              <a:t>26</a:t>
            </a:fld>
            <a:endParaRPr lang="en-US"/>
          </a:p>
        </p:txBody>
      </p:sp>
    </p:spTree>
    <p:extLst>
      <p:ext uri="{BB962C8B-B14F-4D97-AF65-F5344CB8AC3E}">
        <p14:creationId xmlns:p14="http://schemas.microsoft.com/office/powerpoint/2010/main" val="9208346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EF77C-A80B-CAEF-4F51-3A3B537929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B9A0B9-BF02-9693-5893-0A09CE1973C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CF2797C-1996-2FE6-84BC-1691ADB3D00F}"/>
              </a:ext>
            </a:extLst>
          </p:cNvPr>
          <p:cNvSpPr>
            <a:spLocks noGrp="1"/>
          </p:cNvSpPr>
          <p:nvPr>
            <p:ph type="body" idx="1"/>
          </p:nvPr>
        </p:nvSpPr>
        <p:spPr/>
        <p:txBody>
          <a:bodyPr/>
          <a:lstStyle/>
          <a:p>
            <a:r>
              <a:rPr lang="en-US" dirty="0"/>
              <a:t>Remember the third line of the trace from earlier: </a:t>
            </a:r>
            <a:r>
              <a:rPr lang="en-US" sz="1200" kern="1200" dirty="0" err="1">
                <a:solidFill>
                  <a:schemeClr val="tx1"/>
                </a:solidFill>
                <a:latin typeface="+mn-lt"/>
                <a:ea typeface="+mn-ea"/>
                <a:cs typeface="+mn-cs"/>
              </a:rPr>
              <a:t>encoderTicks</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encoderTicks</a:t>
            </a:r>
            <a:r>
              <a:rPr lang="en-US" sz="1200" kern="1200" dirty="0">
                <a:solidFill>
                  <a:schemeClr val="tx1"/>
                </a:solidFill>
                <a:latin typeface="+mn-lt"/>
                <a:ea typeface="+mn-ea"/>
                <a:cs typeface="+mn-cs"/>
              </a:rPr>
              <a:t> + 512</a:t>
            </a:r>
            <a:r>
              <a:rPr lang="en-US" dirty="0"/>
              <a:t>. Read the right side, work it out, put the answer back in the box.</a:t>
            </a:r>
          </a:p>
          <a:p>
            <a:r>
              <a:rPr lang="en-US" dirty="0"/>
              <a:t>You will write that shape constantly, so Java gives you a shorter way to say it. </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leftSpeed</a:t>
            </a:r>
            <a:r>
              <a:rPr lang="en-US" dirty="0"/>
              <a:t> means exactly </a:t>
            </a:r>
            <a:r>
              <a:rPr lang="en-US" sz="1200" kern="1200" dirty="0">
                <a:solidFill>
                  <a:schemeClr val="tx1"/>
                </a:solidFill>
                <a:latin typeface="+mn-lt"/>
                <a:ea typeface="+mn-ea"/>
                <a:cs typeface="+mn-cs"/>
              </a:rPr>
              <a:t>x = x + </a:t>
            </a:r>
            <a:r>
              <a:rPr lang="en-US" sz="1200" kern="1200" dirty="0" err="1">
                <a:solidFill>
                  <a:schemeClr val="tx1"/>
                </a:solidFill>
                <a:latin typeface="+mn-lt"/>
                <a:ea typeface="+mn-ea"/>
                <a:cs typeface="+mn-cs"/>
              </a:rPr>
              <a:t>leftSpeed</a:t>
            </a:r>
            <a:r>
              <a:rPr lang="en-US" dirty="0"/>
              <a:t>. Not similar. Identical.</a:t>
            </a:r>
          </a:p>
          <a:p>
            <a:r>
              <a:rPr lang="en-US" dirty="0"/>
              <a:t>And </a:t>
            </a:r>
            <a:r>
              <a:rPr lang="en-US" sz="1200" kern="1200" dirty="0">
                <a:solidFill>
                  <a:schemeClr val="tx1"/>
                </a:solidFill>
                <a:latin typeface="+mn-lt"/>
                <a:ea typeface="+mn-ea"/>
                <a:cs typeface="+mn-cs"/>
              </a:rPr>
              <a:t>++</a:t>
            </a:r>
            <a:r>
              <a:rPr lang="en-US" dirty="0"/>
              <a:t> adds one, which is how nearly every loop counts.</a:t>
            </a:r>
          </a:p>
          <a:p>
            <a:r>
              <a:rPr lang="en-US" dirty="0"/>
              <a:t>Use whichever you find clearer. Nobody will mark you down for the long way.</a:t>
            </a:r>
          </a:p>
        </p:txBody>
      </p:sp>
      <p:sp>
        <p:nvSpPr>
          <p:cNvPr id="4" name="Slide Number Placeholder 3">
            <a:extLst>
              <a:ext uri="{FF2B5EF4-FFF2-40B4-BE49-F238E27FC236}">
                <a16:creationId xmlns:a16="http://schemas.microsoft.com/office/drawing/2014/main" id="{74D10E82-B560-D138-8466-3F60DEDBCFF7}"/>
              </a:ext>
            </a:extLst>
          </p:cNvPr>
          <p:cNvSpPr>
            <a:spLocks noGrp="1"/>
          </p:cNvSpPr>
          <p:nvPr>
            <p:ph type="sldNum" sz="quarter" idx="5"/>
          </p:nvPr>
        </p:nvSpPr>
        <p:spPr/>
        <p:txBody>
          <a:bodyPr/>
          <a:lstStyle/>
          <a:p>
            <a:fld id="{4C0AD5FA-2608-484E-9A09-F1F4E638099C}" type="slidenum">
              <a:rPr lang="en-US" smtClean="0"/>
              <a:t>27</a:t>
            </a:fld>
            <a:endParaRPr lang="en-US"/>
          </a:p>
        </p:txBody>
      </p:sp>
    </p:spTree>
    <p:extLst>
      <p:ext uri="{BB962C8B-B14F-4D97-AF65-F5344CB8AC3E}">
        <p14:creationId xmlns:p14="http://schemas.microsoft.com/office/powerpoint/2010/main" val="35741048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E42DE-4536-2576-38C8-5B98D12A87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6C03DC-35E4-45E2-B820-A06BDE4492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CA29F1E-6841-A8CE-4C64-DA207F4CF264}"/>
              </a:ext>
            </a:extLst>
          </p:cNvPr>
          <p:cNvSpPr>
            <a:spLocks noGrp="1"/>
          </p:cNvSpPr>
          <p:nvPr>
            <p:ph type="body" idx="1"/>
          </p:nvPr>
        </p:nvSpPr>
        <p:spPr/>
        <p:txBody>
          <a:bodyPr/>
          <a:lstStyle/>
          <a:p>
            <a:r>
              <a:rPr lang="en-US" dirty="0"/>
              <a:t>Six operators, and look at the last column: every one of them hands you back a </a:t>
            </a:r>
            <a:r>
              <a:rPr lang="en-US" sz="1200" kern="1200" dirty="0" err="1">
                <a:solidFill>
                  <a:schemeClr val="tx1"/>
                </a:solidFill>
                <a:latin typeface="+mn-lt"/>
                <a:ea typeface="+mn-ea"/>
                <a:cs typeface="+mn-cs"/>
              </a:rPr>
              <a:t>boolean</a:t>
            </a:r>
            <a:r>
              <a:rPr lang="en-US" dirty="0"/>
              <a:t>. True or false. That is the link between this slide and the type we did before, and it is the whole basis of next meeting.</a:t>
            </a:r>
          </a:p>
          <a:p>
            <a:r>
              <a:rPr lang="en-US" dirty="0"/>
              <a:t>Now the bottom of the slide, and this is the most common typo in programming. One equals sign puts something in a box. Two equals signs ask a question. </a:t>
            </a:r>
            <a:r>
              <a:rPr lang="en-US" sz="1200" kern="1200" dirty="0">
                <a:solidFill>
                  <a:schemeClr val="tx1"/>
                </a:solidFill>
                <a:latin typeface="+mn-lt"/>
                <a:ea typeface="+mn-ea"/>
                <a:cs typeface="+mn-cs"/>
              </a:rPr>
              <a:t>speed = 0</a:t>
            </a:r>
            <a:r>
              <a:rPr lang="en-US" dirty="0"/>
              <a:t> sets the speed to zero. </a:t>
            </a:r>
            <a:r>
              <a:rPr lang="en-US" sz="1200" kern="1200" dirty="0">
                <a:solidFill>
                  <a:schemeClr val="tx1"/>
                </a:solidFill>
                <a:latin typeface="+mn-lt"/>
                <a:ea typeface="+mn-ea"/>
                <a:cs typeface="+mn-cs"/>
              </a:rPr>
              <a:t>speed == 0</a:t>
            </a:r>
            <a:r>
              <a:rPr lang="en-US" dirty="0"/>
              <a:t> asks whether the speed is zero and does not change anything. One of those stops your robot and the other one asks a polite question about it. </a:t>
            </a:r>
          </a:p>
        </p:txBody>
      </p:sp>
      <p:sp>
        <p:nvSpPr>
          <p:cNvPr id="4" name="Slide Number Placeholder 3">
            <a:extLst>
              <a:ext uri="{FF2B5EF4-FFF2-40B4-BE49-F238E27FC236}">
                <a16:creationId xmlns:a16="http://schemas.microsoft.com/office/drawing/2014/main" id="{76B2015A-AB73-DBA6-B498-167A3F5608CE}"/>
              </a:ext>
            </a:extLst>
          </p:cNvPr>
          <p:cNvSpPr>
            <a:spLocks noGrp="1"/>
          </p:cNvSpPr>
          <p:nvPr>
            <p:ph type="sldNum" sz="quarter" idx="5"/>
          </p:nvPr>
        </p:nvSpPr>
        <p:spPr/>
        <p:txBody>
          <a:bodyPr/>
          <a:lstStyle/>
          <a:p>
            <a:fld id="{4C0AD5FA-2608-484E-9A09-F1F4E638099C}" type="slidenum">
              <a:rPr lang="en-US" smtClean="0"/>
              <a:t>28</a:t>
            </a:fld>
            <a:endParaRPr lang="en-US"/>
          </a:p>
        </p:txBody>
      </p:sp>
    </p:spTree>
    <p:extLst>
      <p:ext uri="{BB962C8B-B14F-4D97-AF65-F5344CB8AC3E}">
        <p14:creationId xmlns:p14="http://schemas.microsoft.com/office/powerpoint/2010/main" val="15468596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A90D6-BE3E-89F6-2A12-84AA6CBA40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2442A-3932-09DC-1583-BBA4049516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398A43D-7DB7-E8CC-E53C-CF8359245541}"/>
              </a:ext>
            </a:extLst>
          </p:cNvPr>
          <p:cNvSpPr>
            <a:spLocks noGrp="1"/>
          </p:cNvSpPr>
          <p:nvPr>
            <p:ph type="body" idx="1"/>
          </p:nvPr>
        </p:nvSpPr>
        <p:spPr/>
        <p:txBody>
          <a:bodyPr/>
          <a:lstStyle/>
          <a:p>
            <a:r>
              <a:rPr lang="en-US" dirty="0"/>
              <a:t>Three of them. And, or, not.</a:t>
            </a:r>
          </a:p>
          <a:p>
            <a:pPr marL="171450" indent="-171450">
              <a:buFontTx/>
              <a:buChar char="-"/>
            </a:pPr>
            <a:r>
              <a:rPr lang="en-US" sz="1200" kern="1200" dirty="0">
                <a:solidFill>
                  <a:schemeClr val="tx1"/>
                </a:solidFill>
                <a:latin typeface="+mn-lt"/>
                <a:ea typeface="+mn-ea"/>
                <a:cs typeface="+mn-cs"/>
              </a:rPr>
              <a:t>&amp;&amp;</a:t>
            </a:r>
            <a:r>
              <a:rPr lang="en-US" dirty="0"/>
              <a:t> is and: both sides have to be true. </a:t>
            </a:r>
          </a:p>
          <a:p>
            <a:pPr marL="171450" indent="-171450">
              <a:buFontTx/>
              <a:buChar char="-"/>
            </a:pPr>
            <a:r>
              <a:rPr lang="en-US" sz="1200" kern="1200" dirty="0">
                <a:solidFill>
                  <a:schemeClr val="tx1"/>
                </a:solidFill>
                <a:latin typeface="+mn-lt"/>
                <a:ea typeface="+mn-ea"/>
                <a:cs typeface="+mn-cs"/>
              </a:rPr>
              <a:t>||</a:t>
            </a:r>
            <a:r>
              <a:rPr lang="en-US" dirty="0"/>
              <a:t> is or: either one will do. </a:t>
            </a:r>
          </a:p>
          <a:p>
            <a:pPr marL="171450" indent="-171450">
              <a:buFontTx/>
              <a:buChar char="-"/>
            </a:pPr>
            <a:r>
              <a:rPr lang="en-US" sz="1200" kern="1200" dirty="0">
                <a:solidFill>
                  <a:schemeClr val="tx1"/>
                </a:solidFill>
                <a:latin typeface="+mn-lt"/>
                <a:ea typeface="+mn-ea"/>
                <a:cs typeface="+mn-cs"/>
              </a:rPr>
              <a:t>!</a:t>
            </a:r>
            <a:r>
              <a:rPr lang="en-US" dirty="0"/>
              <a:t> flips a true into a false.</a:t>
            </a:r>
          </a:p>
          <a:p>
            <a:endParaRPr lang="en-US" dirty="0"/>
          </a:p>
          <a:p>
            <a:r>
              <a:rPr lang="en-US" dirty="0"/>
              <a:t>Look at the first example on the right, because you are going to need it tonight. Is the robot moving? It is moving if the left motor is turning </a:t>
            </a:r>
            <a:r>
              <a:rPr lang="en-US" i="1" dirty="0"/>
              <a:t>or</a:t>
            </a:r>
            <a:r>
              <a:rPr lang="en-US" dirty="0"/>
              <a:t> the right one is. Either one counts. That is an or.</a:t>
            </a:r>
          </a:p>
          <a:p>
            <a:r>
              <a:rPr lang="en-US" dirty="0"/>
              <a:t>The second one is a safety check, and it is the shape real robot code is full of. Safe to drive if the limit switch is </a:t>
            </a:r>
            <a:r>
              <a:rPr lang="en-US" i="1" dirty="0"/>
              <a:t>not</a:t>
            </a:r>
            <a:r>
              <a:rPr lang="en-US" dirty="0"/>
              <a:t> pressed and the battery is above eleven volts. Both have to hold.</a:t>
            </a:r>
          </a:p>
          <a:p>
            <a:r>
              <a:rPr lang="en-US" dirty="0"/>
              <a:t>One warning: it is two ampersands and two pipes. One of each exists in Java, means something different, and is not what you want. That first line is on your assignment. You now have everything you need for it.</a:t>
            </a:r>
          </a:p>
        </p:txBody>
      </p:sp>
      <p:sp>
        <p:nvSpPr>
          <p:cNvPr id="4" name="Slide Number Placeholder 3">
            <a:extLst>
              <a:ext uri="{FF2B5EF4-FFF2-40B4-BE49-F238E27FC236}">
                <a16:creationId xmlns:a16="http://schemas.microsoft.com/office/drawing/2014/main" id="{AC20FC39-A4DB-475D-1338-2A510F748413}"/>
              </a:ext>
            </a:extLst>
          </p:cNvPr>
          <p:cNvSpPr>
            <a:spLocks noGrp="1"/>
          </p:cNvSpPr>
          <p:nvPr>
            <p:ph type="sldNum" sz="quarter" idx="5"/>
          </p:nvPr>
        </p:nvSpPr>
        <p:spPr/>
        <p:txBody>
          <a:bodyPr/>
          <a:lstStyle/>
          <a:p>
            <a:fld id="{4C0AD5FA-2608-484E-9A09-F1F4E638099C}" type="slidenum">
              <a:rPr lang="en-US" smtClean="0"/>
              <a:t>29</a:t>
            </a:fld>
            <a:endParaRPr lang="en-US"/>
          </a:p>
        </p:txBody>
      </p:sp>
    </p:spTree>
    <p:extLst>
      <p:ext uri="{BB962C8B-B14F-4D97-AF65-F5344CB8AC3E}">
        <p14:creationId xmlns:p14="http://schemas.microsoft.com/office/powerpoint/2010/main" val="41753459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FDC7B-BB3E-8574-AD7C-EABC7ECC7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8A8A1-5BEE-6042-9E1F-D68EFC65CE0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4619B4-7C9A-A6DB-2737-890DB68C3172}"/>
              </a:ext>
            </a:extLst>
          </p:cNvPr>
          <p:cNvSpPr>
            <a:spLocks noGrp="1"/>
          </p:cNvSpPr>
          <p:nvPr>
            <p:ph type="body" idx="1"/>
          </p:nvPr>
        </p:nvSpPr>
        <p:spPr/>
        <p:txBody>
          <a:bodyPr/>
          <a:lstStyle/>
          <a:p>
            <a:r>
              <a:rPr lang="en-US" dirty="0"/>
              <a:t>A motor takes a number between minus one and one. Nothing else. If power request is 1.7, that is a request the hardware cannot honor. So we squeeze it into range, and we do it from the inside out.</a:t>
            </a:r>
          </a:p>
          <a:p>
            <a:r>
              <a:rPr lang="en-US" dirty="0"/>
              <a:t>The inside part, </a:t>
            </a:r>
            <a:r>
              <a:rPr lang="en-US" sz="1200" kern="1200" dirty="0" err="1">
                <a:solidFill>
                  <a:schemeClr val="tx1"/>
                </a:solidFill>
                <a:latin typeface="+mn-lt"/>
                <a:ea typeface="+mn-ea"/>
                <a:cs typeface="+mn-cs"/>
              </a:rPr>
              <a:t>Math.max</a:t>
            </a:r>
            <a:r>
              <a:rPr lang="en-US" sz="1200" kern="1200" dirty="0">
                <a:solidFill>
                  <a:schemeClr val="tx1"/>
                </a:solidFill>
                <a:latin typeface="+mn-lt"/>
                <a:ea typeface="+mn-ea"/>
                <a:cs typeface="+mn-cs"/>
              </a:rPr>
              <a:t>(-1.0, power)</a:t>
            </a:r>
            <a:r>
              <a:rPr lang="en-US" dirty="0"/>
              <a:t>, means: give me the larger of these two. If power is -1.4, the larger is -1.0. If power is 0.6, the larger is 0.6. So </a:t>
            </a:r>
            <a:r>
              <a:rPr lang="en-US" sz="1200" kern="1200" dirty="0">
                <a:solidFill>
                  <a:schemeClr val="tx1"/>
                </a:solidFill>
                <a:latin typeface="+mn-lt"/>
                <a:ea typeface="+mn-ea"/>
                <a:cs typeface="+mn-cs"/>
              </a:rPr>
              <a:t>max</a:t>
            </a:r>
            <a:r>
              <a:rPr lang="en-US" dirty="0"/>
              <a:t> sets a floor, read it as "at least minus one".</a:t>
            </a:r>
          </a:p>
          <a:p>
            <a:r>
              <a:rPr lang="en-US" dirty="0"/>
              <a:t>Then the outside part does the same at the top. </a:t>
            </a:r>
            <a:r>
              <a:rPr lang="en-US" sz="1200" kern="1200" dirty="0" err="1">
                <a:solidFill>
                  <a:schemeClr val="tx1"/>
                </a:solidFill>
                <a:latin typeface="+mn-lt"/>
                <a:ea typeface="+mn-ea"/>
                <a:cs typeface="+mn-cs"/>
              </a:rPr>
              <a:t>Math.min</a:t>
            </a:r>
            <a:r>
              <a:rPr lang="en-US" sz="1200" kern="1200" dirty="0">
                <a:solidFill>
                  <a:schemeClr val="tx1"/>
                </a:solidFill>
                <a:latin typeface="+mn-lt"/>
                <a:ea typeface="+mn-ea"/>
                <a:cs typeface="+mn-cs"/>
              </a:rPr>
              <a:t>(1.0, ...)</a:t>
            </a:r>
            <a:r>
              <a:rPr lang="en-US" dirty="0"/>
              <a:t> means at most one.</a:t>
            </a:r>
          </a:p>
          <a:p>
            <a:endParaRPr lang="en-US" dirty="0"/>
          </a:p>
          <a:p>
            <a:r>
              <a:rPr lang="en-US" dirty="0"/>
              <a:t>Together: at least minus one, at most one. Look at the table: too big gets pulled down, too small gets pulled up, and anything already in range passes through untouched.</a:t>
            </a:r>
          </a:p>
          <a:p>
            <a:r>
              <a:rPr lang="en-US" dirty="0"/>
              <a:t>Next meeting, we will write this with </a:t>
            </a:r>
            <a:r>
              <a:rPr lang="en-US" sz="1200" kern="1200" dirty="0">
                <a:solidFill>
                  <a:schemeClr val="tx1"/>
                </a:solidFill>
                <a:latin typeface="+mn-lt"/>
                <a:ea typeface="+mn-ea"/>
                <a:cs typeface="+mn-cs"/>
              </a:rPr>
              <a:t>if</a:t>
            </a:r>
            <a:r>
              <a:rPr lang="en-US" dirty="0"/>
              <a:t> statements, and it will be five lines instead of one and arguably clearer. Tonight, this one line does the job, and you need this for your assignment.</a:t>
            </a:r>
          </a:p>
          <a:p>
            <a:endParaRPr lang="en-US" dirty="0"/>
          </a:p>
        </p:txBody>
      </p:sp>
      <p:sp>
        <p:nvSpPr>
          <p:cNvPr id="4" name="Slide Number Placeholder 3">
            <a:extLst>
              <a:ext uri="{FF2B5EF4-FFF2-40B4-BE49-F238E27FC236}">
                <a16:creationId xmlns:a16="http://schemas.microsoft.com/office/drawing/2014/main" id="{886AFF0F-6450-88A8-B38C-7F21C0ED7C71}"/>
              </a:ext>
            </a:extLst>
          </p:cNvPr>
          <p:cNvSpPr>
            <a:spLocks noGrp="1"/>
          </p:cNvSpPr>
          <p:nvPr>
            <p:ph type="sldNum" sz="quarter" idx="5"/>
          </p:nvPr>
        </p:nvSpPr>
        <p:spPr/>
        <p:txBody>
          <a:bodyPr/>
          <a:lstStyle/>
          <a:p>
            <a:fld id="{4C0AD5FA-2608-484E-9A09-F1F4E638099C}" type="slidenum">
              <a:rPr lang="en-US" smtClean="0"/>
              <a:t>30</a:t>
            </a:fld>
            <a:endParaRPr lang="en-US"/>
          </a:p>
        </p:txBody>
      </p:sp>
    </p:spTree>
    <p:extLst>
      <p:ext uri="{BB962C8B-B14F-4D97-AF65-F5344CB8AC3E}">
        <p14:creationId xmlns:p14="http://schemas.microsoft.com/office/powerpoint/2010/main" val="16834222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595ED-B0E9-9616-E9EE-8F9B01F13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86F6DD-6291-6E1C-809D-6BCB42334C3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EDBC17A-133A-A5A1-6FDD-B633F4566022}"/>
              </a:ext>
            </a:extLst>
          </p:cNvPr>
          <p:cNvSpPr>
            <a:spLocks noGrp="1"/>
          </p:cNvSpPr>
          <p:nvPr>
            <p:ph type="body" idx="1"/>
          </p:nvPr>
        </p:nvSpPr>
        <p:spPr/>
        <p:txBody>
          <a:bodyPr/>
          <a:lstStyle/>
          <a:p>
            <a:r>
              <a:rPr lang="en-US" dirty="0"/>
              <a:t>1. With numbers, </a:t>
            </a:r>
            <a:r>
              <a:rPr lang="en-US" sz="1200" kern="1200" dirty="0">
                <a:solidFill>
                  <a:schemeClr val="tx1"/>
                </a:solidFill>
                <a:latin typeface="+mn-lt"/>
                <a:ea typeface="+mn-ea"/>
                <a:cs typeface="+mn-cs"/>
              </a:rPr>
              <a:t>+</a:t>
            </a:r>
            <a:r>
              <a:rPr lang="en-US" dirty="0"/>
              <a:t> adds. </a:t>
            </a:r>
          </a:p>
          <a:p>
            <a:r>
              <a:rPr lang="en-US" dirty="0"/>
              <a:t>2. With text, </a:t>
            </a:r>
            <a:r>
              <a:rPr lang="en-US" sz="1200" kern="1200" dirty="0">
                <a:solidFill>
                  <a:schemeClr val="tx1"/>
                </a:solidFill>
                <a:latin typeface="+mn-lt"/>
                <a:ea typeface="+mn-ea"/>
                <a:cs typeface="+mn-cs"/>
              </a:rPr>
              <a:t>+</a:t>
            </a:r>
            <a:r>
              <a:rPr lang="en-US" dirty="0"/>
              <a:t> joins.  And if either side is text, joining wins, which is how you build every status line you will print tonight.</a:t>
            </a:r>
          </a:p>
          <a:p>
            <a:r>
              <a:rPr lang="en-US" dirty="0"/>
              <a:t>3. Third line: quote five, plus five. Not ten. Fifty-five. The quotes made it text, so Java joined them.</a:t>
            </a:r>
          </a:p>
          <a:p>
            <a:endParaRPr lang="en-US" dirty="0"/>
          </a:p>
          <a:p>
            <a:r>
              <a:rPr lang="en-US" dirty="0"/>
              <a:t>Now the trap, and this one is worth your full attention. Both lines look the same. The first one prints Total colon twenty-three. Why?</a:t>
            </a:r>
          </a:p>
          <a:p>
            <a:r>
              <a:rPr lang="en-US" dirty="0"/>
              <a:t>Because Java works left to right. Text plus 2 makes text "Total: 2". Then that text plus 3 makes "Total: 23". The addition never happened.</a:t>
            </a:r>
          </a:p>
          <a:p>
            <a:r>
              <a:rPr lang="en-US" dirty="0"/>
              <a:t>Brackets fix it. Do the </a:t>
            </a:r>
            <a:r>
              <a:rPr lang="en-US" dirty="0" err="1"/>
              <a:t>maths</a:t>
            </a:r>
            <a:r>
              <a:rPr lang="en-US" dirty="0"/>
              <a:t> first, then join the answer.</a:t>
            </a:r>
          </a:p>
          <a:p>
            <a:r>
              <a:rPr lang="en-US" dirty="0"/>
              <a:t>So: whenever you are printing a calculation, put brackets round the calculation. Every time.</a:t>
            </a:r>
          </a:p>
        </p:txBody>
      </p:sp>
      <p:sp>
        <p:nvSpPr>
          <p:cNvPr id="4" name="Slide Number Placeholder 3">
            <a:extLst>
              <a:ext uri="{FF2B5EF4-FFF2-40B4-BE49-F238E27FC236}">
                <a16:creationId xmlns:a16="http://schemas.microsoft.com/office/drawing/2014/main" id="{ABA3A8B3-3D74-6780-7956-9EF018689DB8}"/>
              </a:ext>
            </a:extLst>
          </p:cNvPr>
          <p:cNvSpPr>
            <a:spLocks noGrp="1"/>
          </p:cNvSpPr>
          <p:nvPr>
            <p:ph type="sldNum" sz="quarter" idx="5"/>
          </p:nvPr>
        </p:nvSpPr>
        <p:spPr/>
        <p:txBody>
          <a:bodyPr/>
          <a:lstStyle/>
          <a:p>
            <a:fld id="{4C0AD5FA-2608-484E-9A09-F1F4E638099C}" type="slidenum">
              <a:rPr lang="en-US" smtClean="0"/>
              <a:t>31</a:t>
            </a:fld>
            <a:endParaRPr lang="en-US"/>
          </a:p>
        </p:txBody>
      </p:sp>
    </p:spTree>
    <p:extLst>
      <p:ext uri="{BB962C8B-B14F-4D97-AF65-F5344CB8AC3E}">
        <p14:creationId xmlns:p14="http://schemas.microsoft.com/office/powerpoint/2010/main" val="11806833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355C9-BEA1-D7DA-54B8-B7DCD33049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55715-554B-CB1D-4FB5-0EF58676E8D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74D9AE-36D3-CE63-7880-6628489D0C6B}"/>
              </a:ext>
            </a:extLst>
          </p:cNvPr>
          <p:cNvSpPr>
            <a:spLocks noGrp="1"/>
          </p:cNvSpPr>
          <p:nvPr>
            <p:ph type="body" idx="1"/>
          </p:nvPr>
        </p:nvSpPr>
        <p:spPr/>
        <p:txBody>
          <a:bodyPr/>
          <a:lstStyle/>
          <a:p>
            <a:r>
              <a:rPr lang="en-US" dirty="0"/>
              <a:t>Remember the warning on the </a:t>
            </a:r>
            <a:r>
              <a:rPr lang="en-US" sz="1200" kern="1200" dirty="0">
                <a:solidFill>
                  <a:schemeClr val="tx1"/>
                </a:solidFill>
                <a:latin typeface="+mn-lt"/>
                <a:ea typeface="+mn-ea"/>
                <a:cs typeface="+mn-cs"/>
              </a:rPr>
              <a:t>double</a:t>
            </a:r>
            <a:r>
              <a:rPr lang="en-US" dirty="0"/>
              <a:t> slide about decimals not being exact? Here it is, in the wild. Minus nought point zero nine nine </a:t>
            </a:r>
            <a:r>
              <a:rPr lang="en-US" dirty="0" err="1"/>
              <a:t>nine</a:t>
            </a:r>
            <a:r>
              <a:rPr lang="en-US" dirty="0"/>
              <a:t> </a:t>
            </a:r>
            <a:r>
              <a:rPr lang="en-US" dirty="0" err="1"/>
              <a:t>nine</a:t>
            </a:r>
            <a:r>
              <a:rPr lang="en-US" dirty="0"/>
              <a:t> and so on, when you wanted minus nought point one. Your code is correct and the output is unreadable. </a:t>
            </a:r>
            <a:r>
              <a:rPr lang="en-US" sz="1200" kern="1200" dirty="0" err="1">
                <a:solidFill>
                  <a:schemeClr val="tx1"/>
                </a:solidFill>
                <a:latin typeface="+mn-lt"/>
                <a:ea typeface="+mn-ea"/>
                <a:cs typeface="+mn-cs"/>
              </a:rPr>
              <a:t>String.format</a:t>
            </a:r>
            <a:r>
              <a:rPr lang="en-US" dirty="0"/>
              <a:t> fixes it. You write the sentence once, put a placeholder everywhere a value goes, and list the values after it in the same order.</a:t>
            </a:r>
          </a:p>
          <a:p>
            <a:r>
              <a:rPr lang="en-US" sz="1200" kern="1200" dirty="0">
                <a:solidFill>
                  <a:schemeClr val="tx1"/>
                </a:solidFill>
                <a:latin typeface="+mn-lt"/>
                <a:ea typeface="+mn-ea"/>
                <a:cs typeface="+mn-cs"/>
              </a:rPr>
              <a:t>%.2f</a:t>
            </a:r>
            <a:r>
              <a:rPr lang="en-US" dirty="0"/>
              <a:t> is the one you want almost always, f for a decimal number, point two for two places. </a:t>
            </a:r>
            <a:r>
              <a:rPr lang="en-US" sz="1200" kern="1200" dirty="0">
                <a:solidFill>
                  <a:schemeClr val="tx1"/>
                </a:solidFill>
                <a:latin typeface="+mn-lt"/>
                <a:ea typeface="+mn-ea"/>
                <a:cs typeface="+mn-cs"/>
              </a:rPr>
              <a:t>%d</a:t>
            </a:r>
            <a:r>
              <a:rPr lang="en-US" dirty="0"/>
              <a:t> for whole numbers, </a:t>
            </a:r>
            <a:r>
              <a:rPr lang="en-US" sz="1200" kern="1200" dirty="0">
                <a:solidFill>
                  <a:schemeClr val="tx1"/>
                </a:solidFill>
                <a:latin typeface="+mn-lt"/>
                <a:ea typeface="+mn-ea"/>
                <a:cs typeface="+mn-cs"/>
              </a:rPr>
              <a:t>%s</a:t>
            </a:r>
            <a:r>
              <a:rPr lang="en-US" dirty="0"/>
              <a:t> for text.</a:t>
            </a:r>
          </a:p>
          <a:p>
            <a:r>
              <a:rPr lang="en-US" dirty="0"/>
              <a:t>Your assignment's expected output has two decimals everywhere. If you use this, your output matches exactly, and checking your own work becomes easy.</a:t>
            </a:r>
          </a:p>
        </p:txBody>
      </p:sp>
      <p:sp>
        <p:nvSpPr>
          <p:cNvPr id="4" name="Slide Number Placeholder 3">
            <a:extLst>
              <a:ext uri="{FF2B5EF4-FFF2-40B4-BE49-F238E27FC236}">
                <a16:creationId xmlns:a16="http://schemas.microsoft.com/office/drawing/2014/main" id="{D92C831C-E4E8-F2A0-AD08-3A80C43C48C0}"/>
              </a:ext>
            </a:extLst>
          </p:cNvPr>
          <p:cNvSpPr>
            <a:spLocks noGrp="1"/>
          </p:cNvSpPr>
          <p:nvPr>
            <p:ph type="sldNum" sz="quarter" idx="5"/>
          </p:nvPr>
        </p:nvSpPr>
        <p:spPr/>
        <p:txBody>
          <a:bodyPr/>
          <a:lstStyle/>
          <a:p>
            <a:fld id="{4C0AD5FA-2608-484E-9A09-F1F4E638099C}" type="slidenum">
              <a:rPr lang="en-US" smtClean="0"/>
              <a:t>32</a:t>
            </a:fld>
            <a:endParaRPr lang="en-US"/>
          </a:p>
        </p:txBody>
      </p:sp>
    </p:spTree>
    <p:extLst>
      <p:ext uri="{BB962C8B-B14F-4D97-AF65-F5344CB8AC3E}">
        <p14:creationId xmlns:p14="http://schemas.microsoft.com/office/powerpoint/2010/main" val="26308443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8A00D9B-CBC4-FC0A-8F0E-9BCD5A4DC600}"/>
              </a:ext>
            </a:extLst>
          </p:cNvPr>
          <p:cNvPicPr>
            <a:picLocks noChangeAspect="1"/>
          </p:cNvPicPr>
          <p:nvPr userDrawn="1"/>
        </p:nvPicPr>
        <p:blipFill>
          <a:blip r:embed="rId2">
            <a:alphaModFix amt="70000"/>
          </a:blip>
          <a:srcRect l="13847" t="2328" r="16942" b="5806"/>
          <a:stretch>
            <a:fillRect/>
          </a:stretch>
        </p:blipFill>
        <p:spPr>
          <a:xfrm>
            <a:off x="8359521" y="353635"/>
            <a:ext cx="3494868" cy="6150729"/>
          </a:xfrm>
          <a:prstGeom prst="rect">
            <a:avLst/>
          </a:prstGeom>
        </p:spPr>
      </p:pic>
      <p:pic>
        <p:nvPicPr>
          <p:cNvPr id="7" name="Picture 2" descr="Henry M. Jackson High FIRST Robotics Club, Mill Creek WA">
            <a:extLst>
              <a:ext uri="{FF2B5EF4-FFF2-40B4-BE49-F238E27FC236}">
                <a16:creationId xmlns:a16="http://schemas.microsoft.com/office/drawing/2014/main" id="{D98C91A2-87FA-5848-B830-F13C641F50A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5257800"/>
            <a:ext cx="2985284" cy="1495228"/>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B249D06D-523D-B391-E42B-95A3057DB896}"/>
              </a:ext>
            </a:extLst>
          </p:cNvPr>
          <p:cNvSpPr>
            <a:spLocks noGrp="1"/>
          </p:cNvSpPr>
          <p:nvPr>
            <p:ph type="ctrTitle"/>
          </p:nvPr>
        </p:nvSpPr>
        <p:spPr>
          <a:xfrm>
            <a:off x="635794" y="643725"/>
            <a:ext cx="8079581" cy="2387600"/>
          </a:xfrm>
        </p:spPr>
        <p:txBody>
          <a:bodyPr anchor="b">
            <a:normAutofit/>
          </a:bodyPr>
          <a:lstStyle>
            <a:lvl1pPr algn="l">
              <a:defRPr sz="5400">
                <a:latin typeface="Roboto" panose="02000000000000000000" pitchFamily="2" charset="0"/>
                <a:ea typeface="Roboto" panose="02000000000000000000" pitchFamily="2" charset="0"/>
              </a:defRPr>
            </a:lvl1pPr>
          </a:lstStyle>
          <a:p>
            <a:r>
              <a:rPr lang="en-US" dirty="0"/>
              <a:t>Click to edit Master title style</a:t>
            </a:r>
          </a:p>
        </p:txBody>
      </p:sp>
      <p:sp>
        <p:nvSpPr>
          <p:cNvPr id="9" name="Subtitle 2">
            <a:extLst>
              <a:ext uri="{FF2B5EF4-FFF2-40B4-BE49-F238E27FC236}">
                <a16:creationId xmlns:a16="http://schemas.microsoft.com/office/drawing/2014/main" id="{69EE9289-66B3-144D-8402-16577F838DA7}"/>
              </a:ext>
            </a:extLst>
          </p:cNvPr>
          <p:cNvSpPr>
            <a:spLocks noGrp="1"/>
          </p:cNvSpPr>
          <p:nvPr>
            <p:ph type="subTitle" idx="1"/>
          </p:nvPr>
        </p:nvSpPr>
        <p:spPr>
          <a:xfrm>
            <a:off x="635794" y="3123400"/>
            <a:ext cx="8079581" cy="1655762"/>
          </a:xfrm>
        </p:spPr>
        <p:txBody>
          <a:bodyPr/>
          <a:lstStyle>
            <a:lvl1pPr marL="0" indent="0" algn="l">
              <a:buNone/>
              <a:defRPr sz="2400">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838522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3" descr="A black and white drawing of a mechanical device&#10;&#10;AI-generated content may be incorrect.">
            <a:extLst>
              <a:ext uri="{FF2B5EF4-FFF2-40B4-BE49-F238E27FC236}">
                <a16:creationId xmlns:a16="http://schemas.microsoft.com/office/drawing/2014/main" id="{BB758D94-F8BF-5D2A-FB78-F0D1D172C7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36606" y="1716685"/>
            <a:ext cx="4803927" cy="3303504"/>
          </a:xfrm>
          <a:prstGeom prst="rect">
            <a:avLst/>
          </a:prstGeom>
        </p:spPr>
      </p:pic>
      <p:sp>
        <p:nvSpPr>
          <p:cNvPr id="2" name="Title 1">
            <a:extLst>
              <a:ext uri="{FF2B5EF4-FFF2-40B4-BE49-F238E27FC236}">
                <a16:creationId xmlns:a16="http://schemas.microsoft.com/office/drawing/2014/main" id="{C619BE22-1394-BF9E-3665-272986CA6F78}"/>
              </a:ext>
            </a:extLst>
          </p:cNvPr>
          <p:cNvSpPr>
            <a:spLocks noGrp="1"/>
          </p:cNvSpPr>
          <p:nvPr>
            <p:ph type="ctrTitle"/>
          </p:nvPr>
        </p:nvSpPr>
        <p:spPr>
          <a:xfrm>
            <a:off x="635794" y="643725"/>
            <a:ext cx="8079581" cy="2387600"/>
          </a:xfrm>
        </p:spPr>
        <p:txBody>
          <a:bodyPr anchor="b">
            <a:normAutofit/>
          </a:bodyPr>
          <a:lstStyle>
            <a:lvl1pPr algn="l">
              <a:defRPr sz="5400">
                <a:latin typeface="Roboto" panose="02000000000000000000" pitchFamily="2" charset="0"/>
                <a:ea typeface="Roboto" panose="02000000000000000000" pitchFamily="2" charset="0"/>
              </a:defRPr>
            </a:lvl1pPr>
          </a:lstStyle>
          <a:p>
            <a:r>
              <a:rPr lang="en-US" dirty="0"/>
              <a:t>Click to edit Master title style</a:t>
            </a:r>
          </a:p>
        </p:txBody>
      </p:sp>
      <p:sp>
        <p:nvSpPr>
          <p:cNvPr id="3" name="Subtitle 2">
            <a:extLst>
              <a:ext uri="{FF2B5EF4-FFF2-40B4-BE49-F238E27FC236}">
                <a16:creationId xmlns:a16="http://schemas.microsoft.com/office/drawing/2014/main" id="{5A7074C2-1212-43C3-39B6-1487C8874AF8}"/>
              </a:ext>
            </a:extLst>
          </p:cNvPr>
          <p:cNvSpPr>
            <a:spLocks noGrp="1"/>
          </p:cNvSpPr>
          <p:nvPr>
            <p:ph type="subTitle" idx="1"/>
          </p:nvPr>
        </p:nvSpPr>
        <p:spPr>
          <a:xfrm>
            <a:off x="635794" y="3123400"/>
            <a:ext cx="8079581" cy="1655762"/>
          </a:xfrm>
        </p:spPr>
        <p:txBody>
          <a:bodyPr/>
          <a:lstStyle>
            <a:lvl1pPr marL="0" indent="0" algn="l">
              <a:buNone/>
              <a:defRPr sz="2400">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026" name="Picture 2" descr="Henry M. Jackson High FIRST Robotics Club, Mill Creek WA">
            <a:extLst>
              <a:ext uri="{FF2B5EF4-FFF2-40B4-BE49-F238E27FC236}">
                <a16:creationId xmlns:a16="http://schemas.microsoft.com/office/drawing/2014/main" id="{5ECA6EC3-50B0-3C7B-C8D3-ADE43784D6C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5257800"/>
            <a:ext cx="2985284" cy="1495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1820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98021-E6FC-BF8A-DFE7-5CB8BCFAE330}"/>
              </a:ext>
            </a:extLst>
          </p:cNvPr>
          <p:cNvSpPr>
            <a:spLocks noGrp="1"/>
          </p:cNvSpPr>
          <p:nvPr>
            <p:ph type="title"/>
          </p:nvPr>
        </p:nvSpPr>
        <p:spPr>
          <a:xfrm>
            <a:off x="321469" y="272257"/>
            <a:ext cx="11544300" cy="931724"/>
          </a:xfrm>
        </p:spPr>
        <p:txBody>
          <a:bodyPr/>
          <a:lstStyle>
            <a:lvl1pPr>
              <a:defRPr b="1">
                <a:solidFill>
                  <a:srgbClr val="6B5294"/>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B49B312-601F-35DA-4CF0-C3380CA1DD15}"/>
              </a:ext>
            </a:extLst>
          </p:cNvPr>
          <p:cNvSpPr>
            <a:spLocks noGrp="1"/>
          </p:cNvSpPr>
          <p:nvPr>
            <p:ph idx="1"/>
          </p:nvPr>
        </p:nvSpPr>
        <p:spPr>
          <a:xfrm>
            <a:off x="1079499" y="1464469"/>
            <a:ext cx="10786269" cy="4712494"/>
          </a:xfrm>
        </p:spPr>
        <p:txBody>
          <a:bodyPr/>
          <a:lstStyle>
            <a:lvl1pPr>
              <a:defRPr>
                <a:latin typeface="Roboto" panose="02000000000000000000" pitchFamily="2" charset="0"/>
                <a:ea typeface="Roboto"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0FFD9FD1-6513-7147-9B3E-32E2CE2E7D52}"/>
              </a:ext>
            </a:extLst>
          </p:cNvPr>
          <p:cNvSpPr/>
          <p:nvPr userDrawn="1"/>
        </p:nvSpPr>
        <p:spPr>
          <a:xfrm>
            <a:off x="321469" y="1176549"/>
            <a:ext cx="10515600" cy="27432"/>
          </a:xfrm>
          <a:prstGeom prst="rect">
            <a:avLst/>
          </a:prstGeom>
          <a:gradFill flip="none" rotWithShape="1">
            <a:gsLst>
              <a:gs pos="100000">
                <a:schemeClr val="bg1"/>
              </a:gs>
              <a:gs pos="9000">
                <a:srgbClr val="6B529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8EA9FCD-36BC-5CA1-2345-7E789004F50C}"/>
              </a:ext>
            </a:extLst>
          </p:cNvPr>
          <p:cNvPicPr>
            <a:picLocks noChangeAspect="1"/>
          </p:cNvPicPr>
          <p:nvPr userDrawn="1"/>
        </p:nvPicPr>
        <p:blipFill>
          <a:blip r:embed="rId2">
            <a:alphaModFix/>
          </a:blip>
          <a:stretch>
            <a:fillRect/>
          </a:stretch>
        </p:blipFill>
        <p:spPr>
          <a:xfrm>
            <a:off x="322379" y="5337854"/>
            <a:ext cx="753216" cy="1167124"/>
          </a:xfrm>
          <a:prstGeom prst="rect">
            <a:avLst/>
          </a:prstGeom>
        </p:spPr>
      </p:pic>
    </p:spTree>
    <p:extLst>
      <p:ext uri="{BB962C8B-B14F-4D97-AF65-F5344CB8AC3E}">
        <p14:creationId xmlns:p14="http://schemas.microsoft.com/office/powerpoint/2010/main" val="2845961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6EFD2-CAC4-C4DE-DFF7-FFE148D332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D4638B-3969-7C12-6818-8E6F80BE8E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7A501D-4ADB-49F1-4EB6-E8ED61384F86}"/>
              </a:ext>
            </a:extLst>
          </p:cNvPr>
          <p:cNvSpPr>
            <a:spLocks noGrp="1"/>
          </p:cNvSpPr>
          <p:nvPr>
            <p:ph type="dt" sz="half" idx="10"/>
          </p:nvPr>
        </p:nvSpPr>
        <p:spPr/>
        <p:txBody>
          <a:bodyPr/>
          <a:lstStyle/>
          <a:p>
            <a:fld id="{63A42CE3-F65B-4749-8E93-3031FAF6C5F4}" type="datetimeFigureOut">
              <a:rPr lang="en-US" smtClean="0"/>
              <a:t>9/20/2026</a:t>
            </a:fld>
            <a:endParaRPr lang="en-US"/>
          </a:p>
        </p:txBody>
      </p:sp>
      <p:sp>
        <p:nvSpPr>
          <p:cNvPr id="5" name="Footer Placeholder 4">
            <a:extLst>
              <a:ext uri="{FF2B5EF4-FFF2-40B4-BE49-F238E27FC236}">
                <a16:creationId xmlns:a16="http://schemas.microsoft.com/office/drawing/2014/main" id="{C155D9BF-47EF-E4D3-54CC-41514F99EF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CE9080-B714-BFDA-0029-5354FF3B8057}"/>
              </a:ext>
            </a:extLst>
          </p:cNvPr>
          <p:cNvSpPr>
            <a:spLocks noGrp="1"/>
          </p:cNvSpPr>
          <p:nvPr>
            <p:ph type="sldNum" sz="quarter" idx="12"/>
          </p:nvPr>
        </p:nvSpPr>
        <p:spPr/>
        <p:txBody>
          <a:bodyPr/>
          <a:lstStyle/>
          <a:p>
            <a:fld id="{DD73B69F-DAE3-4870-8790-95D6D7B03D38}" type="slidenum">
              <a:rPr lang="en-US" smtClean="0"/>
              <a:t>‹#›</a:t>
            </a:fld>
            <a:endParaRPr lang="en-US"/>
          </a:p>
        </p:txBody>
      </p:sp>
    </p:spTree>
    <p:extLst>
      <p:ext uri="{BB962C8B-B14F-4D97-AF65-F5344CB8AC3E}">
        <p14:creationId xmlns:p14="http://schemas.microsoft.com/office/powerpoint/2010/main" val="2327283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FB748-D5BC-C322-F0BD-D78D912064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11E934-E337-62AF-CE58-9AE7766B16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38C5C8-548B-9B50-D483-5DB4BAF0AD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A80590-6438-3308-D8A9-14BDCB65893F}"/>
              </a:ext>
            </a:extLst>
          </p:cNvPr>
          <p:cNvSpPr>
            <a:spLocks noGrp="1"/>
          </p:cNvSpPr>
          <p:nvPr>
            <p:ph type="dt" sz="half" idx="10"/>
          </p:nvPr>
        </p:nvSpPr>
        <p:spPr/>
        <p:txBody>
          <a:bodyPr/>
          <a:lstStyle/>
          <a:p>
            <a:fld id="{63A42CE3-F65B-4749-8E93-3031FAF6C5F4}" type="datetimeFigureOut">
              <a:rPr lang="en-US" smtClean="0"/>
              <a:t>9/20/2026</a:t>
            </a:fld>
            <a:endParaRPr lang="en-US"/>
          </a:p>
        </p:txBody>
      </p:sp>
      <p:sp>
        <p:nvSpPr>
          <p:cNvPr id="6" name="Footer Placeholder 5">
            <a:extLst>
              <a:ext uri="{FF2B5EF4-FFF2-40B4-BE49-F238E27FC236}">
                <a16:creationId xmlns:a16="http://schemas.microsoft.com/office/drawing/2014/main" id="{599EF6DD-F7E4-4ED7-AD35-61F9AE39E1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B0FAB0-754D-7E85-28E1-A12ECF6957D5}"/>
              </a:ext>
            </a:extLst>
          </p:cNvPr>
          <p:cNvSpPr>
            <a:spLocks noGrp="1"/>
          </p:cNvSpPr>
          <p:nvPr>
            <p:ph type="sldNum" sz="quarter" idx="12"/>
          </p:nvPr>
        </p:nvSpPr>
        <p:spPr/>
        <p:txBody>
          <a:bodyPr/>
          <a:lstStyle/>
          <a:p>
            <a:fld id="{DD73B69F-DAE3-4870-8790-95D6D7B03D38}" type="slidenum">
              <a:rPr lang="en-US" smtClean="0"/>
              <a:t>‹#›</a:t>
            </a:fld>
            <a:endParaRPr lang="en-US"/>
          </a:p>
        </p:txBody>
      </p:sp>
    </p:spTree>
    <p:extLst>
      <p:ext uri="{BB962C8B-B14F-4D97-AF65-F5344CB8AC3E}">
        <p14:creationId xmlns:p14="http://schemas.microsoft.com/office/powerpoint/2010/main" val="576808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4FE5C-64F2-6D85-5284-A0042E0A69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E49C79-4D96-8858-A7CD-5D79CBFCFA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CCCBC3-BCD8-86E3-EE53-E82CD048DC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91454F8-1CA6-8639-8508-D9A202B1BB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E16E30-D7AD-29F7-6053-F362EB4D57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FE9E02-2483-921F-9ABA-8E8F5D57D46B}"/>
              </a:ext>
            </a:extLst>
          </p:cNvPr>
          <p:cNvSpPr>
            <a:spLocks noGrp="1"/>
          </p:cNvSpPr>
          <p:nvPr>
            <p:ph type="dt" sz="half" idx="10"/>
          </p:nvPr>
        </p:nvSpPr>
        <p:spPr/>
        <p:txBody>
          <a:bodyPr/>
          <a:lstStyle/>
          <a:p>
            <a:fld id="{63A42CE3-F65B-4749-8E93-3031FAF6C5F4}" type="datetimeFigureOut">
              <a:rPr lang="en-US" smtClean="0"/>
              <a:t>9/20/2026</a:t>
            </a:fld>
            <a:endParaRPr lang="en-US"/>
          </a:p>
        </p:txBody>
      </p:sp>
      <p:sp>
        <p:nvSpPr>
          <p:cNvPr id="8" name="Footer Placeholder 7">
            <a:extLst>
              <a:ext uri="{FF2B5EF4-FFF2-40B4-BE49-F238E27FC236}">
                <a16:creationId xmlns:a16="http://schemas.microsoft.com/office/drawing/2014/main" id="{8030D11E-4930-BF37-0159-5E1B5433DA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1EA9CD-CDDF-1F2D-359B-C4BFAC382244}"/>
              </a:ext>
            </a:extLst>
          </p:cNvPr>
          <p:cNvSpPr>
            <a:spLocks noGrp="1"/>
          </p:cNvSpPr>
          <p:nvPr>
            <p:ph type="sldNum" sz="quarter" idx="12"/>
          </p:nvPr>
        </p:nvSpPr>
        <p:spPr/>
        <p:txBody>
          <a:bodyPr/>
          <a:lstStyle/>
          <a:p>
            <a:fld id="{DD73B69F-DAE3-4870-8790-95D6D7B03D38}" type="slidenum">
              <a:rPr lang="en-US" smtClean="0"/>
              <a:t>‹#›</a:t>
            </a:fld>
            <a:endParaRPr lang="en-US"/>
          </a:p>
        </p:txBody>
      </p:sp>
    </p:spTree>
    <p:extLst>
      <p:ext uri="{BB962C8B-B14F-4D97-AF65-F5344CB8AC3E}">
        <p14:creationId xmlns:p14="http://schemas.microsoft.com/office/powerpoint/2010/main" val="446530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1EF07-9F13-49D3-4EDE-6D9FF0E83D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93B62C0-7DCC-AD43-3AE3-E63B8DFDE418}"/>
              </a:ext>
            </a:extLst>
          </p:cNvPr>
          <p:cNvSpPr>
            <a:spLocks noGrp="1"/>
          </p:cNvSpPr>
          <p:nvPr>
            <p:ph type="dt" sz="half" idx="10"/>
          </p:nvPr>
        </p:nvSpPr>
        <p:spPr/>
        <p:txBody>
          <a:bodyPr/>
          <a:lstStyle/>
          <a:p>
            <a:fld id="{63A42CE3-F65B-4749-8E93-3031FAF6C5F4}" type="datetimeFigureOut">
              <a:rPr lang="en-US" smtClean="0"/>
              <a:t>9/20/2026</a:t>
            </a:fld>
            <a:endParaRPr lang="en-US"/>
          </a:p>
        </p:txBody>
      </p:sp>
      <p:sp>
        <p:nvSpPr>
          <p:cNvPr id="4" name="Footer Placeholder 3">
            <a:extLst>
              <a:ext uri="{FF2B5EF4-FFF2-40B4-BE49-F238E27FC236}">
                <a16:creationId xmlns:a16="http://schemas.microsoft.com/office/drawing/2014/main" id="{D587C051-0FC1-047C-23CD-4BFBD43EF45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46DB4D-B0E6-EE17-5542-E042D0050C21}"/>
              </a:ext>
            </a:extLst>
          </p:cNvPr>
          <p:cNvSpPr>
            <a:spLocks noGrp="1"/>
          </p:cNvSpPr>
          <p:nvPr>
            <p:ph type="sldNum" sz="quarter" idx="12"/>
          </p:nvPr>
        </p:nvSpPr>
        <p:spPr/>
        <p:txBody>
          <a:bodyPr/>
          <a:lstStyle/>
          <a:p>
            <a:fld id="{DD73B69F-DAE3-4870-8790-95D6D7B03D38}" type="slidenum">
              <a:rPr lang="en-US" smtClean="0"/>
              <a:t>‹#›</a:t>
            </a:fld>
            <a:endParaRPr lang="en-US"/>
          </a:p>
        </p:txBody>
      </p:sp>
    </p:spTree>
    <p:extLst>
      <p:ext uri="{BB962C8B-B14F-4D97-AF65-F5344CB8AC3E}">
        <p14:creationId xmlns:p14="http://schemas.microsoft.com/office/powerpoint/2010/main" val="3398385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780CC4-7E30-A48A-F334-2CFB4AB15CA6}"/>
              </a:ext>
            </a:extLst>
          </p:cNvPr>
          <p:cNvSpPr>
            <a:spLocks noGrp="1"/>
          </p:cNvSpPr>
          <p:nvPr>
            <p:ph type="dt" sz="half" idx="10"/>
          </p:nvPr>
        </p:nvSpPr>
        <p:spPr/>
        <p:txBody>
          <a:bodyPr/>
          <a:lstStyle/>
          <a:p>
            <a:fld id="{63A42CE3-F65B-4749-8E93-3031FAF6C5F4}" type="datetimeFigureOut">
              <a:rPr lang="en-US" smtClean="0"/>
              <a:t>9/20/2026</a:t>
            </a:fld>
            <a:endParaRPr lang="en-US"/>
          </a:p>
        </p:txBody>
      </p:sp>
      <p:sp>
        <p:nvSpPr>
          <p:cNvPr id="3" name="Footer Placeholder 2">
            <a:extLst>
              <a:ext uri="{FF2B5EF4-FFF2-40B4-BE49-F238E27FC236}">
                <a16:creationId xmlns:a16="http://schemas.microsoft.com/office/drawing/2014/main" id="{071D6243-AD15-1BDE-F87A-8388C41843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460C18-6D9E-3AAD-5412-B23B0DA3E6D7}"/>
              </a:ext>
            </a:extLst>
          </p:cNvPr>
          <p:cNvSpPr>
            <a:spLocks noGrp="1"/>
          </p:cNvSpPr>
          <p:nvPr>
            <p:ph type="sldNum" sz="quarter" idx="12"/>
          </p:nvPr>
        </p:nvSpPr>
        <p:spPr/>
        <p:txBody>
          <a:bodyPr/>
          <a:lstStyle/>
          <a:p>
            <a:fld id="{DD73B69F-DAE3-4870-8790-95D6D7B03D38}" type="slidenum">
              <a:rPr lang="en-US" smtClean="0"/>
              <a:t>‹#›</a:t>
            </a:fld>
            <a:endParaRPr lang="en-US"/>
          </a:p>
        </p:txBody>
      </p:sp>
      <p:pic>
        <p:nvPicPr>
          <p:cNvPr id="6" name="Picture 5">
            <a:extLst>
              <a:ext uri="{FF2B5EF4-FFF2-40B4-BE49-F238E27FC236}">
                <a16:creationId xmlns:a16="http://schemas.microsoft.com/office/drawing/2014/main" id="{1AD317C3-1B66-0ACC-437D-33A83D3169C2}"/>
              </a:ext>
            </a:extLst>
          </p:cNvPr>
          <p:cNvPicPr>
            <a:picLocks noChangeAspect="1"/>
          </p:cNvPicPr>
          <p:nvPr userDrawn="1"/>
        </p:nvPicPr>
        <p:blipFill>
          <a:blip r:embed="rId2">
            <a:alphaModFix/>
          </a:blip>
          <a:stretch>
            <a:fillRect/>
          </a:stretch>
        </p:blipFill>
        <p:spPr>
          <a:xfrm>
            <a:off x="322379" y="5337854"/>
            <a:ext cx="753216" cy="1167124"/>
          </a:xfrm>
          <a:prstGeom prst="rect">
            <a:avLst/>
          </a:prstGeom>
        </p:spPr>
      </p:pic>
    </p:spTree>
    <p:extLst>
      <p:ext uri="{BB962C8B-B14F-4D97-AF65-F5344CB8AC3E}">
        <p14:creationId xmlns:p14="http://schemas.microsoft.com/office/powerpoint/2010/main" val="3836874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6C05E-6296-EB19-7288-487C2DBB3D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4F33AD-68C1-1DB9-5884-BA5CD88D52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A5F5BA-1F83-7E0A-A250-6F21DAA321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D9BECB-C1FB-769B-1A10-5E6D3A8151C5}"/>
              </a:ext>
            </a:extLst>
          </p:cNvPr>
          <p:cNvSpPr>
            <a:spLocks noGrp="1"/>
          </p:cNvSpPr>
          <p:nvPr>
            <p:ph type="dt" sz="half" idx="10"/>
          </p:nvPr>
        </p:nvSpPr>
        <p:spPr/>
        <p:txBody>
          <a:bodyPr/>
          <a:lstStyle/>
          <a:p>
            <a:fld id="{63A42CE3-F65B-4749-8E93-3031FAF6C5F4}" type="datetimeFigureOut">
              <a:rPr lang="en-US" smtClean="0"/>
              <a:t>9/20/2026</a:t>
            </a:fld>
            <a:endParaRPr lang="en-US"/>
          </a:p>
        </p:txBody>
      </p:sp>
      <p:sp>
        <p:nvSpPr>
          <p:cNvPr id="6" name="Footer Placeholder 5">
            <a:extLst>
              <a:ext uri="{FF2B5EF4-FFF2-40B4-BE49-F238E27FC236}">
                <a16:creationId xmlns:a16="http://schemas.microsoft.com/office/drawing/2014/main" id="{8E784B48-C611-C9BD-6D40-FA3E1D3396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C619C0-A0B9-C571-46B4-007BB4FFCE70}"/>
              </a:ext>
            </a:extLst>
          </p:cNvPr>
          <p:cNvSpPr>
            <a:spLocks noGrp="1"/>
          </p:cNvSpPr>
          <p:nvPr>
            <p:ph type="sldNum" sz="quarter" idx="12"/>
          </p:nvPr>
        </p:nvSpPr>
        <p:spPr/>
        <p:txBody>
          <a:bodyPr/>
          <a:lstStyle/>
          <a:p>
            <a:fld id="{DD73B69F-DAE3-4870-8790-95D6D7B03D38}" type="slidenum">
              <a:rPr lang="en-US" smtClean="0"/>
              <a:t>‹#›</a:t>
            </a:fld>
            <a:endParaRPr lang="en-US"/>
          </a:p>
        </p:txBody>
      </p:sp>
    </p:spTree>
    <p:extLst>
      <p:ext uri="{BB962C8B-B14F-4D97-AF65-F5344CB8AC3E}">
        <p14:creationId xmlns:p14="http://schemas.microsoft.com/office/powerpoint/2010/main" val="2079449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17301-AFA1-FDE9-6A16-6FDDF703A3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A48628-45EA-01E9-69FF-AA000B81E5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FBE2D8-9FA9-536A-6C76-60B9185595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F5B553-10D7-CFA6-6C4D-8F6FD343DA6E}"/>
              </a:ext>
            </a:extLst>
          </p:cNvPr>
          <p:cNvSpPr>
            <a:spLocks noGrp="1"/>
          </p:cNvSpPr>
          <p:nvPr>
            <p:ph type="dt" sz="half" idx="10"/>
          </p:nvPr>
        </p:nvSpPr>
        <p:spPr/>
        <p:txBody>
          <a:bodyPr/>
          <a:lstStyle/>
          <a:p>
            <a:fld id="{63A42CE3-F65B-4749-8E93-3031FAF6C5F4}" type="datetimeFigureOut">
              <a:rPr lang="en-US" smtClean="0"/>
              <a:t>9/20/2026</a:t>
            </a:fld>
            <a:endParaRPr lang="en-US"/>
          </a:p>
        </p:txBody>
      </p:sp>
      <p:sp>
        <p:nvSpPr>
          <p:cNvPr id="6" name="Footer Placeholder 5">
            <a:extLst>
              <a:ext uri="{FF2B5EF4-FFF2-40B4-BE49-F238E27FC236}">
                <a16:creationId xmlns:a16="http://schemas.microsoft.com/office/drawing/2014/main" id="{F6D016D1-2B01-5A13-1150-D9F907345B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A0F21A-0027-AEDF-A9EA-2CBC39E99578}"/>
              </a:ext>
            </a:extLst>
          </p:cNvPr>
          <p:cNvSpPr>
            <a:spLocks noGrp="1"/>
          </p:cNvSpPr>
          <p:nvPr>
            <p:ph type="sldNum" sz="quarter" idx="12"/>
          </p:nvPr>
        </p:nvSpPr>
        <p:spPr/>
        <p:txBody>
          <a:bodyPr/>
          <a:lstStyle/>
          <a:p>
            <a:fld id="{DD73B69F-DAE3-4870-8790-95D6D7B03D38}" type="slidenum">
              <a:rPr lang="en-US" smtClean="0"/>
              <a:t>‹#›</a:t>
            </a:fld>
            <a:endParaRPr lang="en-US"/>
          </a:p>
        </p:txBody>
      </p:sp>
    </p:spTree>
    <p:extLst>
      <p:ext uri="{BB962C8B-B14F-4D97-AF65-F5344CB8AC3E}">
        <p14:creationId xmlns:p14="http://schemas.microsoft.com/office/powerpoint/2010/main" val="637224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47D6D-F75E-CC91-0B3C-05BA3907ADE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11E9AB-0797-B9AE-17B5-3107D550BA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8764AC-F7C6-2E0D-D676-DDE2F3319B6F}"/>
              </a:ext>
            </a:extLst>
          </p:cNvPr>
          <p:cNvSpPr>
            <a:spLocks noGrp="1"/>
          </p:cNvSpPr>
          <p:nvPr>
            <p:ph type="dt" sz="half" idx="10"/>
          </p:nvPr>
        </p:nvSpPr>
        <p:spPr/>
        <p:txBody>
          <a:bodyPr/>
          <a:lstStyle/>
          <a:p>
            <a:fld id="{63A42CE3-F65B-4749-8E93-3031FAF6C5F4}" type="datetimeFigureOut">
              <a:rPr lang="en-US" smtClean="0"/>
              <a:t>9/20/2026</a:t>
            </a:fld>
            <a:endParaRPr lang="en-US"/>
          </a:p>
        </p:txBody>
      </p:sp>
      <p:sp>
        <p:nvSpPr>
          <p:cNvPr id="5" name="Footer Placeholder 4">
            <a:extLst>
              <a:ext uri="{FF2B5EF4-FFF2-40B4-BE49-F238E27FC236}">
                <a16:creationId xmlns:a16="http://schemas.microsoft.com/office/drawing/2014/main" id="{4AB68242-848F-DB99-6E9B-E93294F8AC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11D6FB-F082-B8EC-8369-1490A8B6734E}"/>
              </a:ext>
            </a:extLst>
          </p:cNvPr>
          <p:cNvSpPr>
            <a:spLocks noGrp="1"/>
          </p:cNvSpPr>
          <p:nvPr>
            <p:ph type="sldNum" sz="quarter" idx="12"/>
          </p:nvPr>
        </p:nvSpPr>
        <p:spPr/>
        <p:txBody>
          <a:bodyPr/>
          <a:lstStyle/>
          <a:p>
            <a:fld id="{DD73B69F-DAE3-4870-8790-95D6D7B03D38}" type="slidenum">
              <a:rPr lang="en-US" smtClean="0"/>
              <a:t>‹#›</a:t>
            </a:fld>
            <a:endParaRPr lang="en-US"/>
          </a:p>
        </p:txBody>
      </p:sp>
    </p:spTree>
    <p:extLst>
      <p:ext uri="{BB962C8B-B14F-4D97-AF65-F5344CB8AC3E}">
        <p14:creationId xmlns:p14="http://schemas.microsoft.com/office/powerpoint/2010/main" val="3931162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326BFD-B319-876F-10D9-AEB50670E1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3335C5-0584-8510-D7D8-72E9A3BA44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FAEA4A-8672-7DC5-3EFB-6FCC74CCD5C9}"/>
              </a:ext>
            </a:extLst>
          </p:cNvPr>
          <p:cNvSpPr>
            <a:spLocks noGrp="1"/>
          </p:cNvSpPr>
          <p:nvPr>
            <p:ph type="dt" sz="half" idx="10"/>
          </p:nvPr>
        </p:nvSpPr>
        <p:spPr/>
        <p:txBody>
          <a:bodyPr/>
          <a:lstStyle/>
          <a:p>
            <a:fld id="{63A42CE3-F65B-4749-8E93-3031FAF6C5F4}" type="datetimeFigureOut">
              <a:rPr lang="en-US" smtClean="0"/>
              <a:t>9/20/2026</a:t>
            </a:fld>
            <a:endParaRPr lang="en-US"/>
          </a:p>
        </p:txBody>
      </p:sp>
      <p:sp>
        <p:nvSpPr>
          <p:cNvPr id="5" name="Footer Placeholder 4">
            <a:extLst>
              <a:ext uri="{FF2B5EF4-FFF2-40B4-BE49-F238E27FC236}">
                <a16:creationId xmlns:a16="http://schemas.microsoft.com/office/drawing/2014/main" id="{F0D102C5-023B-682F-D29F-6503B29211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A25054-E76A-60AC-B71A-3930A3B6B55E}"/>
              </a:ext>
            </a:extLst>
          </p:cNvPr>
          <p:cNvSpPr>
            <a:spLocks noGrp="1"/>
          </p:cNvSpPr>
          <p:nvPr>
            <p:ph type="sldNum" sz="quarter" idx="12"/>
          </p:nvPr>
        </p:nvSpPr>
        <p:spPr/>
        <p:txBody>
          <a:bodyPr/>
          <a:lstStyle/>
          <a:p>
            <a:fld id="{DD73B69F-DAE3-4870-8790-95D6D7B03D38}" type="slidenum">
              <a:rPr lang="en-US" smtClean="0"/>
              <a:t>‹#›</a:t>
            </a:fld>
            <a:endParaRPr lang="en-US"/>
          </a:p>
        </p:txBody>
      </p:sp>
    </p:spTree>
    <p:extLst>
      <p:ext uri="{BB962C8B-B14F-4D97-AF65-F5344CB8AC3E}">
        <p14:creationId xmlns:p14="http://schemas.microsoft.com/office/powerpoint/2010/main" val="864319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9AF82B-DDE1-D8D8-37A7-41219DA114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85A8EB1-AF70-1B87-C174-7539A668DF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09455AC-EB34-E7C6-4DC1-7B5F217B05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A42CE3-F65B-4749-8E93-3031FAF6C5F4}" type="datetimeFigureOut">
              <a:rPr lang="en-US" smtClean="0"/>
              <a:t>9/20/2026</a:t>
            </a:fld>
            <a:endParaRPr lang="en-US"/>
          </a:p>
        </p:txBody>
      </p:sp>
      <p:sp>
        <p:nvSpPr>
          <p:cNvPr id="5" name="Footer Placeholder 4">
            <a:extLst>
              <a:ext uri="{FF2B5EF4-FFF2-40B4-BE49-F238E27FC236}">
                <a16:creationId xmlns:a16="http://schemas.microsoft.com/office/drawing/2014/main" id="{5871A839-D67B-42A1-40C1-3E15885C8B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454DD4E-FBDD-A2BD-D0E8-FAF29C605D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73B69F-DAE3-4870-8790-95D6D7B03D38}" type="slidenum">
              <a:rPr lang="en-US" smtClean="0"/>
              <a:t>‹#›</a:t>
            </a:fld>
            <a:endParaRPr lang="en-US"/>
          </a:p>
        </p:txBody>
      </p:sp>
      <p:sp>
        <p:nvSpPr>
          <p:cNvPr id="13" name="Rectangle 12">
            <a:extLst>
              <a:ext uri="{FF2B5EF4-FFF2-40B4-BE49-F238E27FC236}">
                <a16:creationId xmlns:a16="http://schemas.microsoft.com/office/drawing/2014/main" id="{F1D85769-FFD4-FD28-A10A-C2186BA0D0F5}"/>
              </a:ext>
            </a:extLst>
          </p:cNvPr>
          <p:cNvSpPr/>
          <p:nvPr userDrawn="1"/>
        </p:nvSpPr>
        <p:spPr>
          <a:xfrm>
            <a:off x="0" y="6746921"/>
            <a:ext cx="12192000" cy="111079"/>
          </a:xfrm>
          <a:prstGeom prst="rect">
            <a:avLst/>
          </a:prstGeom>
          <a:solidFill>
            <a:srgbClr val="0DA3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391016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Light" panose="02000000000000000000" pitchFamily="2" charset="0"/>
          <a:ea typeface="Roboto Light"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Light" panose="02000000000000000000" pitchFamily="2" charset="0"/>
          <a:ea typeface="Roboto Light"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Light" panose="02000000000000000000" pitchFamily="2" charset="0"/>
          <a:ea typeface="Roboto Light"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Light" panose="02000000000000000000" pitchFamily="2" charset="0"/>
          <a:ea typeface="Roboto Light"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Light" panose="02000000000000000000" pitchFamily="2" charset="0"/>
          <a:ea typeface="Roboto Light"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D3630C-9245-1977-7923-E8F50ACEFB91}"/>
              </a:ext>
            </a:extLst>
          </p:cNvPr>
          <p:cNvSpPr>
            <a:spLocks noGrp="1"/>
          </p:cNvSpPr>
          <p:nvPr>
            <p:ph type="ctrTitle"/>
          </p:nvPr>
        </p:nvSpPr>
        <p:spPr>
          <a:xfrm>
            <a:off x="635793" y="643725"/>
            <a:ext cx="7407540" cy="2387600"/>
          </a:xfrm>
        </p:spPr>
        <p:txBody>
          <a:bodyPr>
            <a:normAutofit/>
          </a:bodyPr>
          <a:lstStyle/>
          <a:p>
            <a:r>
              <a:rPr lang="en-US" sz="2800" dirty="0">
                <a:solidFill>
                  <a:srgbClr val="6B5294"/>
                </a:solidFill>
              </a:rPr>
              <a:t>Programming Tryouts</a:t>
            </a:r>
            <a:br>
              <a:rPr lang="en-US" sz="2800" dirty="0">
                <a:solidFill>
                  <a:srgbClr val="6B5294"/>
                </a:solidFill>
              </a:rPr>
            </a:br>
            <a:r>
              <a:rPr lang="en-US" sz="3600" dirty="0"/>
              <a:t>Meeting 2: Intro to Java, Variables, Data Types, Operators</a:t>
            </a:r>
            <a:endParaRPr lang="en-US" sz="4800" dirty="0"/>
          </a:p>
        </p:txBody>
      </p:sp>
      <p:sp>
        <p:nvSpPr>
          <p:cNvPr id="5" name="Subtitle 4">
            <a:extLst>
              <a:ext uri="{FF2B5EF4-FFF2-40B4-BE49-F238E27FC236}">
                <a16:creationId xmlns:a16="http://schemas.microsoft.com/office/drawing/2014/main" id="{30D5308D-DE75-DEEF-78D4-D3892979BD41}"/>
              </a:ext>
            </a:extLst>
          </p:cNvPr>
          <p:cNvSpPr>
            <a:spLocks noGrp="1"/>
          </p:cNvSpPr>
          <p:nvPr>
            <p:ph type="subTitle" idx="1"/>
          </p:nvPr>
        </p:nvSpPr>
        <p:spPr/>
        <p:txBody>
          <a:bodyPr/>
          <a:lstStyle/>
          <a:p>
            <a:r>
              <a:rPr lang="en-US" dirty="0"/>
              <a:t>September 21, 2026</a:t>
            </a:r>
          </a:p>
        </p:txBody>
      </p:sp>
    </p:spTree>
    <p:extLst>
      <p:ext uri="{BB962C8B-B14F-4D97-AF65-F5344CB8AC3E}">
        <p14:creationId xmlns:p14="http://schemas.microsoft.com/office/powerpoint/2010/main" val="3130525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5492A61C-388A-CC65-62E6-65AE74352250}"/>
              </a:ext>
            </a:extLst>
          </p:cNvPr>
          <p:cNvSpPr>
            <a:spLocks noGrp="1"/>
          </p:cNvSpPr>
          <p:nvPr>
            <p:ph type="subTitle" idx="1"/>
          </p:nvPr>
        </p:nvSpPr>
        <p:spPr/>
        <p:txBody>
          <a:bodyPr>
            <a:normAutofit/>
          </a:bodyPr>
          <a:lstStyle/>
          <a:p>
            <a:r>
              <a:rPr lang="en-US" sz="4400" b="1" dirty="0"/>
              <a:t>      JitB-2910-Rebuilt</a:t>
            </a:r>
          </a:p>
        </p:txBody>
      </p:sp>
      <p:sp>
        <p:nvSpPr>
          <p:cNvPr id="10" name="Content Placeholder 2">
            <a:extLst>
              <a:ext uri="{FF2B5EF4-FFF2-40B4-BE49-F238E27FC236}">
                <a16:creationId xmlns:a16="http://schemas.microsoft.com/office/drawing/2014/main" id="{4109ED6C-C117-D157-32DC-38C87440200C}"/>
              </a:ext>
            </a:extLst>
          </p:cNvPr>
          <p:cNvSpPr>
            <a:spLocks noGrp="1"/>
          </p:cNvSpPr>
          <p:nvPr>
            <p:ph type="ctrTitle"/>
          </p:nvPr>
        </p:nvSpPr>
        <p:spPr>
          <a:xfrm>
            <a:off x="636588" y="642938"/>
            <a:ext cx="8078787" cy="2387600"/>
          </a:xfrm>
        </p:spPr>
        <p:txBody>
          <a:bodyPr>
            <a:normAutofit/>
          </a:bodyPr>
          <a:lstStyle/>
          <a:p>
            <a:pPr marL="0" indent="0">
              <a:buNone/>
            </a:pPr>
            <a:r>
              <a:rPr lang="en-US" sz="5400" dirty="0"/>
              <a:t>🛜</a:t>
            </a:r>
            <a:r>
              <a:rPr lang="en-US" sz="5400" dirty="0" err="1"/>
              <a:t>LibBox</a:t>
            </a:r>
            <a:endParaRPr lang="en-US" sz="5400" dirty="0"/>
          </a:p>
        </p:txBody>
      </p:sp>
    </p:spTree>
    <p:extLst>
      <p:ext uri="{BB962C8B-B14F-4D97-AF65-F5344CB8AC3E}">
        <p14:creationId xmlns:p14="http://schemas.microsoft.com/office/powerpoint/2010/main" val="197578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EC6258-5B31-EF66-15CF-4178067C1930}"/>
              </a:ext>
            </a:extLst>
          </p:cNvPr>
          <p:cNvSpPr>
            <a:spLocks noGrp="1"/>
          </p:cNvSpPr>
          <p:nvPr>
            <p:ph type="title"/>
          </p:nvPr>
        </p:nvSpPr>
        <p:spPr>
          <a:xfrm>
            <a:off x="321469" y="272257"/>
            <a:ext cx="11544300" cy="931724"/>
          </a:xfrm>
        </p:spPr>
        <p:txBody>
          <a:bodyPr anchor="ctr">
            <a:normAutofit/>
          </a:bodyPr>
          <a:lstStyle/>
          <a:p>
            <a:r>
              <a:rPr lang="en-US" dirty="0"/>
              <a:t>Tonight</a:t>
            </a:r>
          </a:p>
        </p:txBody>
      </p:sp>
      <p:graphicFrame>
        <p:nvGraphicFramePr>
          <p:cNvPr id="7" name="Content Placeholder 2">
            <a:extLst>
              <a:ext uri="{FF2B5EF4-FFF2-40B4-BE49-F238E27FC236}">
                <a16:creationId xmlns:a16="http://schemas.microsoft.com/office/drawing/2014/main" id="{D090ABC3-F276-D773-B84C-D7CA56A2013A}"/>
              </a:ext>
            </a:extLst>
          </p:cNvPr>
          <p:cNvGraphicFramePr>
            <a:graphicFrameLocks noGrp="1"/>
          </p:cNvGraphicFramePr>
          <p:nvPr>
            <p:ph idx="1"/>
            <p:extLst>
              <p:ext uri="{D42A27DB-BD31-4B8C-83A1-F6EECF244321}">
                <p14:modId xmlns:p14="http://schemas.microsoft.com/office/powerpoint/2010/main" val="654005882"/>
              </p:ext>
              <p:ext uri="{E7BDC344-281C-4309-B0C6-D0EE65EED2A8}">
                <p202:designPr xmlns:p202="http://schemas.microsoft.com/office/powerpoint/2020/02/main">
                  <p202:designTagLst>
                    <p202:designTag name="ARCH:1:CLS" val="StackedSequentialRowTable"/>
                  </p202:designTagLst>
                </p202:designPr>
              </p:ext>
            </p:extLst>
          </p:nvPr>
        </p:nvGraphicFramePr>
        <p:xfrm>
          <a:off x="1845733" y="1584960"/>
          <a:ext cx="9474200" cy="3688080"/>
        </p:xfrm>
        <a:graphic>
          <a:graphicData uri="http://schemas.openxmlformats.org/drawingml/2006/table">
            <a:tbl>
              <a:tblPr bandRow="1">
                <a:tableStyleId>{5C22544A-7EE6-4342-B048-85BDC9FD1C3A}</a:tableStyleId>
              </a:tblPr>
              <a:tblGrid>
                <a:gridCol w="1328049">
                  <a:extLst>
                    <a:ext uri="{9D8B030D-6E8A-4147-A177-3AD203B41FA5}">
                      <a16:colId xmlns:a16="http://schemas.microsoft.com/office/drawing/2014/main" val="66926692"/>
                    </a:ext>
                  </a:extLst>
                </a:gridCol>
                <a:gridCol w="8146151">
                  <a:extLst>
                    <a:ext uri="{9D8B030D-6E8A-4147-A177-3AD203B41FA5}">
                      <a16:colId xmlns:a16="http://schemas.microsoft.com/office/drawing/2014/main" val="3886422528"/>
                    </a:ext>
                  </a:extLst>
                </a:gridCol>
              </a:tblGrid>
              <a:tr h="737616">
                <a:tc>
                  <a:txBody>
                    <a:bodyPr/>
                    <a:lstStyle/>
                    <a:p>
                      <a:pPr>
                        <a:buNone/>
                      </a:pPr>
                      <a:r>
                        <a:rPr lang="en-US" sz="3200" dirty="0"/>
                        <a:t>01</a:t>
                      </a:r>
                    </a:p>
                  </a:txBody>
                  <a:tcPr marL="167640" marR="167640" marT="83820" marB="83820" anchor="ctr">
                    <a:lnL>
                      <a:noFill/>
                    </a:lnL>
                    <a:lnR>
                      <a:noFill/>
                    </a:lnR>
                    <a:lnT>
                      <a:noFill/>
                    </a:lnT>
                    <a:lnB>
                      <a:noFill/>
                    </a:lnB>
                    <a:noFill/>
                  </a:tcPr>
                </a:tc>
                <a:tc>
                  <a:txBody>
                    <a:bodyPr/>
                    <a:lstStyle/>
                    <a:p>
                      <a:pPr>
                        <a:buNone/>
                      </a:pPr>
                      <a:r>
                        <a:rPr lang="en-US" sz="3200" dirty="0"/>
                        <a:t>Java</a:t>
                      </a:r>
                    </a:p>
                  </a:txBody>
                  <a:tcPr marL="167640" marR="167640" marT="83820" marB="83820" anchor="ctr">
                    <a:lnL>
                      <a:noFill/>
                    </a:lnL>
                    <a:lnR>
                      <a:noFill/>
                    </a:lnR>
                    <a:lnT>
                      <a:noFill/>
                    </a:lnT>
                    <a:lnB>
                      <a:noFill/>
                    </a:lnB>
                    <a:noFill/>
                  </a:tcPr>
                </a:tc>
                <a:extLst>
                  <a:ext uri="{0D108BD9-81ED-4DB2-BD59-A6C34878D82A}">
                    <a16:rowId xmlns:a16="http://schemas.microsoft.com/office/drawing/2014/main" val="314462543"/>
                  </a:ext>
                </a:extLst>
              </a:tr>
              <a:tr h="737616">
                <a:tc>
                  <a:txBody>
                    <a:bodyPr/>
                    <a:lstStyle/>
                    <a:p>
                      <a:pPr>
                        <a:buNone/>
                      </a:pPr>
                      <a:r>
                        <a:rPr lang="en-US" sz="3200" dirty="0"/>
                        <a:t>02</a:t>
                      </a:r>
                    </a:p>
                  </a:txBody>
                  <a:tcPr marL="167640" marR="167640" marT="83820" marB="83820" anchor="ctr">
                    <a:lnL>
                      <a:noFill/>
                    </a:lnL>
                    <a:lnR>
                      <a:noFill/>
                    </a:lnR>
                    <a:lnT>
                      <a:noFill/>
                    </a:lnT>
                    <a:lnB>
                      <a:noFill/>
                    </a:lnB>
                    <a:noFill/>
                  </a:tcPr>
                </a:tc>
                <a:tc>
                  <a:txBody>
                    <a:bodyPr/>
                    <a:lstStyle/>
                    <a:p>
                      <a:pPr>
                        <a:buNone/>
                      </a:pPr>
                      <a:r>
                        <a:rPr lang="en-US" sz="3200" dirty="0"/>
                        <a:t>Variables</a:t>
                      </a:r>
                    </a:p>
                  </a:txBody>
                  <a:tcPr marL="167640" marR="167640" marT="83820" marB="83820" anchor="ctr">
                    <a:lnL>
                      <a:noFill/>
                    </a:lnL>
                    <a:lnR>
                      <a:noFill/>
                    </a:lnR>
                    <a:lnT>
                      <a:noFill/>
                    </a:lnT>
                    <a:lnB>
                      <a:noFill/>
                    </a:lnB>
                    <a:noFill/>
                  </a:tcPr>
                </a:tc>
                <a:extLst>
                  <a:ext uri="{0D108BD9-81ED-4DB2-BD59-A6C34878D82A}">
                    <a16:rowId xmlns:a16="http://schemas.microsoft.com/office/drawing/2014/main" val="2626691711"/>
                  </a:ext>
                </a:extLst>
              </a:tr>
              <a:tr h="737616">
                <a:tc>
                  <a:txBody>
                    <a:bodyPr/>
                    <a:lstStyle/>
                    <a:p>
                      <a:pPr>
                        <a:buNone/>
                      </a:pPr>
                      <a:r>
                        <a:rPr lang="en-US" sz="3200" dirty="0"/>
                        <a:t>03</a:t>
                      </a:r>
                    </a:p>
                  </a:txBody>
                  <a:tcPr marL="167640" marR="167640" marT="83820" marB="83820" anchor="ctr">
                    <a:lnL>
                      <a:noFill/>
                    </a:lnL>
                    <a:lnR>
                      <a:noFill/>
                    </a:lnR>
                    <a:lnT>
                      <a:noFill/>
                    </a:lnT>
                    <a:lnB>
                      <a:noFill/>
                    </a:lnB>
                    <a:noFill/>
                  </a:tcPr>
                </a:tc>
                <a:tc>
                  <a:txBody>
                    <a:bodyPr/>
                    <a:lstStyle/>
                    <a:p>
                      <a:pPr>
                        <a:buNone/>
                      </a:pPr>
                      <a:r>
                        <a:rPr lang="en-US" sz="3200" dirty="0"/>
                        <a:t>Data Types</a:t>
                      </a:r>
                    </a:p>
                  </a:txBody>
                  <a:tcPr marL="167640" marR="167640" marT="83820" marB="83820" anchor="ctr">
                    <a:lnL>
                      <a:noFill/>
                    </a:lnL>
                    <a:lnR>
                      <a:noFill/>
                    </a:lnR>
                    <a:lnT>
                      <a:noFill/>
                    </a:lnT>
                    <a:lnB>
                      <a:noFill/>
                    </a:lnB>
                    <a:noFill/>
                  </a:tcPr>
                </a:tc>
                <a:extLst>
                  <a:ext uri="{0D108BD9-81ED-4DB2-BD59-A6C34878D82A}">
                    <a16:rowId xmlns:a16="http://schemas.microsoft.com/office/drawing/2014/main" val="2775354308"/>
                  </a:ext>
                </a:extLst>
              </a:tr>
              <a:tr h="737616">
                <a:tc>
                  <a:txBody>
                    <a:bodyPr/>
                    <a:lstStyle/>
                    <a:p>
                      <a:pPr>
                        <a:buNone/>
                      </a:pPr>
                      <a:r>
                        <a:rPr lang="en-US" sz="3200" dirty="0"/>
                        <a:t>04</a:t>
                      </a:r>
                    </a:p>
                  </a:txBody>
                  <a:tcPr marL="167640" marR="167640" marT="83820" marB="83820" anchor="ctr">
                    <a:lnL>
                      <a:noFill/>
                    </a:lnL>
                    <a:lnR>
                      <a:noFill/>
                    </a:lnR>
                    <a:lnT>
                      <a:noFill/>
                    </a:lnT>
                    <a:lnB>
                      <a:noFill/>
                    </a:lnB>
                    <a:noFill/>
                  </a:tcPr>
                </a:tc>
                <a:tc>
                  <a:txBody>
                    <a:bodyPr/>
                    <a:lstStyle/>
                    <a:p>
                      <a:pPr>
                        <a:buNone/>
                      </a:pPr>
                      <a:r>
                        <a:rPr lang="en-US" sz="3200" dirty="0"/>
                        <a:t>Operators</a:t>
                      </a:r>
                    </a:p>
                  </a:txBody>
                  <a:tcPr marL="167640" marR="167640" marT="83820" marB="83820" anchor="ctr">
                    <a:lnL>
                      <a:noFill/>
                    </a:lnL>
                    <a:lnR>
                      <a:noFill/>
                    </a:lnR>
                    <a:lnT>
                      <a:noFill/>
                    </a:lnT>
                    <a:lnB>
                      <a:noFill/>
                    </a:lnB>
                    <a:noFill/>
                  </a:tcPr>
                </a:tc>
                <a:extLst>
                  <a:ext uri="{0D108BD9-81ED-4DB2-BD59-A6C34878D82A}">
                    <a16:rowId xmlns:a16="http://schemas.microsoft.com/office/drawing/2014/main" val="3421044185"/>
                  </a:ext>
                </a:extLst>
              </a:tr>
              <a:tr h="737616">
                <a:tc>
                  <a:txBody>
                    <a:bodyPr/>
                    <a:lstStyle/>
                    <a:p>
                      <a:pPr>
                        <a:buNone/>
                      </a:pPr>
                      <a:r>
                        <a:rPr lang="en-US" sz="3200" dirty="0"/>
                        <a:t>05</a:t>
                      </a:r>
                    </a:p>
                  </a:txBody>
                  <a:tcPr marL="167640" marR="167640" marT="83820" marB="83820" anchor="ctr">
                    <a:lnL>
                      <a:noFill/>
                    </a:lnL>
                    <a:lnR>
                      <a:noFill/>
                    </a:lnR>
                    <a:lnT>
                      <a:noFill/>
                    </a:lnT>
                    <a:lnB>
                      <a:noFill/>
                    </a:lnB>
                    <a:noFill/>
                  </a:tcPr>
                </a:tc>
                <a:tc>
                  <a:txBody>
                    <a:bodyPr/>
                    <a:lstStyle/>
                    <a:p>
                      <a:pPr>
                        <a:buNone/>
                      </a:pPr>
                      <a:r>
                        <a:rPr lang="en-US" sz="3200" dirty="0"/>
                        <a:t>Two Labs</a:t>
                      </a:r>
                    </a:p>
                  </a:txBody>
                  <a:tcPr marL="167640" marR="167640" marT="83820" marB="83820" anchor="ctr">
                    <a:lnL>
                      <a:noFill/>
                    </a:lnL>
                    <a:lnR>
                      <a:noFill/>
                    </a:lnR>
                    <a:lnT>
                      <a:noFill/>
                    </a:lnT>
                    <a:lnB>
                      <a:noFill/>
                    </a:lnB>
                    <a:noFill/>
                  </a:tcPr>
                </a:tc>
                <a:extLst>
                  <a:ext uri="{0D108BD9-81ED-4DB2-BD59-A6C34878D82A}">
                    <a16:rowId xmlns:a16="http://schemas.microsoft.com/office/drawing/2014/main" val="82115050"/>
                  </a:ext>
                </a:extLst>
              </a:tr>
            </a:tbl>
          </a:graphicData>
        </a:graphic>
      </p:graphicFrame>
      <p:sp>
        <p:nvSpPr>
          <p:cNvPr id="8" name="TextBox 7">
            <a:extLst>
              <a:ext uri="{FF2B5EF4-FFF2-40B4-BE49-F238E27FC236}">
                <a16:creationId xmlns:a16="http://schemas.microsoft.com/office/drawing/2014/main" id="{E9A3E9B1-C33F-F07F-19EC-9F7EA697622B}"/>
              </a:ext>
            </a:extLst>
          </p:cNvPr>
          <p:cNvSpPr txBox="1"/>
          <p:nvPr/>
        </p:nvSpPr>
        <p:spPr>
          <a:xfrm>
            <a:off x="1845733" y="5654019"/>
            <a:ext cx="6096000" cy="400110"/>
          </a:xfrm>
          <a:prstGeom prst="rect">
            <a:avLst/>
          </a:prstGeom>
          <a:noFill/>
        </p:spPr>
        <p:txBody>
          <a:bodyPr wrap="square">
            <a:spAutoFit/>
          </a:bodyPr>
          <a:lstStyle/>
          <a:p>
            <a:r>
              <a:rPr lang="en-US" sz="2000" b="1" dirty="0"/>
              <a:t>You will write and run your own program tonight.</a:t>
            </a:r>
          </a:p>
        </p:txBody>
      </p:sp>
    </p:spTree>
    <p:extLst>
      <p:ext uri="{BB962C8B-B14F-4D97-AF65-F5344CB8AC3E}">
        <p14:creationId xmlns:p14="http://schemas.microsoft.com/office/powerpoint/2010/main" val="2682154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1BF5D-FE91-9CD3-4F49-19AC17000E2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EB75C1F-0766-54FE-5C4F-2BB7B26AA5DD}"/>
              </a:ext>
            </a:extLst>
          </p:cNvPr>
          <p:cNvSpPr>
            <a:spLocks noGrp="1"/>
          </p:cNvSpPr>
          <p:nvPr>
            <p:ph type="title"/>
          </p:nvPr>
        </p:nvSpPr>
        <p:spPr>
          <a:xfrm>
            <a:off x="321469" y="272257"/>
            <a:ext cx="11544300" cy="931724"/>
          </a:xfrm>
        </p:spPr>
        <p:txBody>
          <a:bodyPr anchor="ctr">
            <a:normAutofit/>
          </a:bodyPr>
          <a:lstStyle/>
          <a:p>
            <a:r>
              <a:rPr lang="en-US" dirty="0"/>
              <a:t>Checks</a:t>
            </a:r>
          </a:p>
        </p:txBody>
      </p:sp>
      <p:sp>
        <p:nvSpPr>
          <p:cNvPr id="6" name="Content Placeholder 5">
            <a:extLst>
              <a:ext uri="{FF2B5EF4-FFF2-40B4-BE49-F238E27FC236}">
                <a16:creationId xmlns:a16="http://schemas.microsoft.com/office/drawing/2014/main" id="{7F06DE0F-CC7F-FD74-5048-D79252B0B42A}"/>
              </a:ext>
            </a:extLst>
          </p:cNvPr>
          <p:cNvSpPr>
            <a:spLocks noGrp="1"/>
          </p:cNvSpPr>
          <p:nvPr>
            <p:ph idx="1"/>
          </p:nvPr>
        </p:nvSpPr>
        <p:spPr>
          <a:xfrm>
            <a:off x="1079500" y="1464469"/>
            <a:ext cx="10350500" cy="4712494"/>
          </a:xfrm>
        </p:spPr>
        <p:txBody>
          <a:bodyPr>
            <a:normAutofit/>
          </a:bodyPr>
          <a:lstStyle/>
          <a:p>
            <a:pPr marL="457200" indent="-457200">
              <a:buFont typeface="Wingdings" panose="05000000000000000000" pitchFamily="2" charset="2"/>
              <a:buChar char="q"/>
            </a:pPr>
            <a:r>
              <a:rPr lang="en-US" sz="2400" dirty="0"/>
              <a:t>Has a non-school laptop</a:t>
            </a:r>
          </a:p>
          <a:p>
            <a:pPr marL="457200" indent="-457200">
              <a:buFont typeface="Wingdings" panose="05000000000000000000" pitchFamily="2" charset="2"/>
              <a:buChar char="q"/>
            </a:pPr>
            <a:r>
              <a:rPr lang="en-US" sz="2400" dirty="0"/>
              <a:t>Able to access the repo: 2026-2027-P1-Tryouts</a:t>
            </a:r>
          </a:p>
          <a:p>
            <a:pPr marL="457200" indent="-457200">
              <a:buFont typeface="Wingdings" panose="05000000000000000000" pitchFamily="2" charset="2"/>
              <a:buChar char="q"/>
            </a:pPr>
            <a:r>
              <a:rPr lang="en-US" sz="2400" dirty="0"/>
              <a:t>Able to open </a:t>
            </a:r>
            <a:r>
              <a:rPr lang="en-US" sz="2400" dirty="0" err="1"/>
              <a:t>Codespace</a:t>
            </a:r>
            <a:endParaRPr lang="en-US" sz="2400" dirty="0"/>
          </a:p>
          <a:p>
            <a:pPr marL="457200" indent="-457200">
              <a:buFont typeface="Wingdings" panose="05000000000000000000" pitchFamily="2" charset="2"/>
              <a:buChar char="q"/>
            </a:pPr>
            <a:r>
              <a:rPr lang="en-US" sz="2400" dirty="0"/>
              <a:t>Compile and run HelloRobot.java</a:t>
            </a:r>
          </a:p>
          <a:p>
            <a:pPr marL="457200" indent="-457200">
              <a:buFont typeface="Wingdings" panose="05000000000000000000" pitchFamily="2" charset="2"/>
              <a:buChar char="q"/>
            </a:pPr>
            <a:r>
              <a:rPr lang="en-US" sz="2400" dirty="0"/>
              <a:t>Open Discussions and reply to “Introduction and GitHub Id” post</a:t>
            </a:r>
          </a:p>
        </p:txBody>
      </p:sp>
    </p:spTree>
    <p:extLst>
      <p:ext uri="{BB962C8B-B14F-4D97-AF65-F5344CB8AC3E}">
        <p14:creationId xmlns:p14="http://schemas.microsoft.com/office/powerpoint/2010/main" val="3232581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D097D9-2165-FCF0-25B8-2C10920251FB}"/>
              </a:ext>
            </a:extLst>
          </p:cNvPr>
          <p:cNvSpPr>
            <a:spLocks noGrp="1"/>
          </p:cNvSpPr>
          <p:nvPr>
            <p:ph type="title"/>
          </p:nvPr>
        </p:nvSpPr>
        <p:spPr/>
        <p:txBody>
          <a:bodyPr/>
          <a:lstStyle/>
          <a:p>
            <a:r>
              <a:rPr lang="en-US" dirty="0"/>
              <a:t>Intro to Java</a:t>
            </a:r>
          </a:p>
        </p:txBody>
      </p:sp>
    </p:spTree>
    <p:extLst>
      <p:ext uri="{BB962C8B-B14F-4D97-AF65-F5344CB8AC3E}">
        <p14:creationId xmlns:p14="http://schemas.microsoft.com/office/powerpoint/2010/main" val="3494737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B8D17-291A-2A39-EAA9-C82B0FCED0E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ED5077-960E-2D95-167D-010A15BA0394}"/>
              </a:ext>
            </a:extLst>
          </p:cNvPr>
          <p:cNvSpPr>
            <a:spLocks noGrp="1"/>
          </p:cNvSpPr>
          <p:nvPr>
            <p:ph idx="1"/>
          </p:nvPr>
        </p:nvSpPr>
        <p:spPr>
          <a:xfrm>
            <a:off x="1079500" y="1464469"/>
            <a:ext cx="4161368" cy="4712494"/>
          </a:xfrm>
        </p:spPr>
        <p:txBody>
          <a:bodyPr>
            <a:normAutofit/>
          </a:bodyPr>
          <a:lstStyle/>
          <a:p>
            <a:pPr lvl="0"/>
            <a:r>
              <a:rPr lang="en-US" sz="2000" b="1" dirty="0"/>
              <a:t>The robot runs Java.</a:t>
            </a:r>
            <a:r>
              <a:rPr lang="en-US" sz="2000" dirty="0"/>
              <a:t> Every subsystem and autonomous routine on 2910's competition robot is written in it.</a:t>
            </a:r>
          </a:p>
          <a:p>
            <a:pPr lvl="0"/>
            <a:r>
              <a:rPr lang="en-US" sz="2000" b="1" dirty="0" err="1"/>
              <a:t>WPILib</a:t>
            </a:r>
            <a:r>
              <a:rPr lang="en-US" sz="2000" b="1" dirty="0"/>
              <a:t> is a Java library.</a:t>
            </a:r>
            <a:r>
              <a:rPr lang="en-US" sz="2000" dirty="0"/>
              <a:t> The code that talks to motors, sensors, and the driver station is built for it.</a:t>
            </a:r>
          </a:p>
          <a:p>
            <a:pPr lvl="0"/>
            <a:r>
              <a:rPr lang="en-US" sz="2000" b="1" dirty="0"/>
              <a:t>You start tonight.</a:t>
            </a:r>
            <a:r>
              <a:rPr lang="en-US" sz="2000" dirty="0"/>
              <a:t> The types in this evening's lab are the same ones in that robot code.</a:t>
            </a:r>
          </a:p>
        </p:txBody>
      </p:sp>
      <p:sp>
        <p:nvSpPr>
          <p:cNvPr id="4" name="Title 3">
            <a:extLst>
              <a:ext uri="{FF2B5EF4-FFF2-40B4-BE49-F238E27FC236}">
                <a16:creationId xmlns:a16="http://schemas.microsoft.com/office/drawing/2014/main" id="{E9DD25BA-29E8-2B43-0CB0-CF9F07964751}"/>
              </a:ext>
            </a:extLst>
          </p:cNvPr>
          <p:cNvSpPr>
            <a:spLocks noGrp="1"/>
          </p:cNvSpPr>
          <p:nvPr>
            <p:ph type="title"/>
          </p:nvPr>
        </p:nvSpPr>
        <p:spPr>
          <a:xfrm>
            <a:off x="321469" y="272257"/>
            <a:ext cx="11544300" cy="931724"/>
          </a:xfrm>
        </p:spPr>
        <p:txBody>
          <a:bodyPr anchor="ctr">
            <a:normAutofit/>
          </a:bodyPr>
          <a:lstStyle/>
          <a:p>
            <a:r>
              <a:rPr lang="en-US" dirty="0"/>
              <a:t>Why Java?</a:t>
            </a:r>
          </a:p>
        </p:txBody>
      </p:sp>
      <p:sp>
        <p:nvSpPr>
          <p:cNvPr id="9" name="TextBox 8">
            <a:extLst>
              <a:ext uri="{FF2B5EF4-FFF2-40B4-BE49-F238E27FC236}">
                <a16:creationId xmlns:a16="http://schemas.microsoft.com/office/drawing/2014/main" id="{E67A8EB1-8DD3-030D-EE2A-0AA5622DB7F1}"/>
              </a:ext>
            </a:extLst>
          </p:cNvPr>
          <p:cNvSpPr txBox="1"/>
          <p:nvPr/>
        </p:nvSpPr>
        <p:spPr>
          <a:xfrm>
            <a:off x="5452533" y="1876905"/>
            <a:ext cx="6269303" cy="2577757"/>
          </a:xfrm>
          <a:prstGeom prst="rect">
            <a:avLst/>
          </a:prstGeom>
          <a:solidFill>
            <a:schemeClr val="tx1"/>
          </a:solidFill>
        </p:spPr>
        <p:txBody>
          <a:bodyPr wrap="square">
            <a:spAutoFit/>
          </a:bodyPr>
          <a:lstStyle/>
          <a:p>
            <a:pPr>
              <a:lnSpc>
                <a:spcPct val="113095"/>
              </a:lnSpc>
              <a:buNone/>
            </a:pPr>
            <a:r>
              <a:rPr lang="en-US" sz="1800" b="0" dirty="0">
                <a:solidFill>
                  <a:srgbClr val="569CD6"/>
                </a:solidFill>
                <a:effectLst/>
                <a:latin typeface="Consolas" panose="020B0609020204030204" pitchFamily="49" charset="0"/>
              </a:rPr>
              <a:t>private</a:t>
            </a:r>
            <a:r>
              <a:rPr lang="en-US" sz="1800" b="0" dirty="0">
                <a:solidFill>
                  <a:srgbClr val="BBBEBF"/>
                </a:solidFill>
                <a:effectLst/>
                <a:latin typeface="Consolas" panose="020B0609020204030204" pitchFamily="49" charset="0"/>
              </a:rPr>
              <a:t> </a:t>
            </a:r>
            <a:r>
              <a:rPr lang="en-US" sz="1800" b="0" dirty="0">
                <a:solidFill>
                  <a:srgbClr val="569CD6"/>
                </a:solidFill>
                <a:effectLst/>
                <a:latin typeface="Consolas" panose="020B0609020204030204" pitchFamily="49" charset="0"/>
              </a:rPr>
              <a:t>final</a:t>
            </a:r>
            <a:r>
              <a:rPr lang="en-US" sz="1800" b="0" dirty="0">
                <a:solidFill>
                  <a:srgbClr val="BBBEBF"/>
                </a:solidFill>
                <a:effectLst/>
                <a:latin typeface="Consolas" panose="020B0609020204030204" pitchFamily="49" charset="0"/>
              </a:rPr>
              <a:t> </a:t>
            </a:r>
            <a:r>
              <a:rPr lang="en-US" sz="1800" b="0" dirty="0">
                <a:solidFill>
                  <a:srgbClr val="C9D1D9"/>
                </a:solidFill>
                <a:effectLst/>
                <a:latin typeface="Consolas" panose="020B0609020204030204" pitchFamily="49" charset="0"/>
              </a:rPr>
              <a:t>Motor</a:t>
            </a:r>
            <a:r>
              <a:rPr lang="en-US" sz="1800" b="0" dirty="0">
                <a:solidFill>
                  <a:srgbClr val="FFA657"/>
                </a:solidFill>
                <a:effectLst/>
                <a:latin typeface="Consolas" panose="020B0609020204030204" pitchFamily="49" charset="0"/>
              </a:rPr>
              <a:t> </a:t>
            </a:r>
            <a:r>
              <a:rPr lang="en-US" sz="1800" b="0" dirty="0" err="1">
                <a:solidFill>
                  <a:srgbClr val="C9D1D9"/>
                </a:solidFill>
                <a:effectLst/>
                <a:latin typeface="Consolas" panose="020B0609020204030204" pitchFamily="49" charset="0"/>
              </a:rPr>
              <a:t>leftDrive</a:t>
            </a:r>
            <a:r>
              <a:rPr lang="en-US" sz="1800" b="0" dirty="0">
                <a:solidFill>
                  <a:srgbClr val="BBBEBF"/>
                </a:solidFill>
                <a:effectLst/>
                <a:latin typeface="Consolas" panose="020B0609020204030204" pitchFamily="49" charset="0"/>
              </a:rPr>
              <a:t>;</a:t>
            </a:r>
          </a:p>
          <a:p>
            <a:pPr>
              <a:lnSpc>
                <a:spcPct val="113095"/>
              </a:lnSpc>
              <a:buNone/>
            </a:pPr>
            <a:r>
              <a:rPr lang="en-US" sz="1800" b="0" dirty="0">
                <a:solidFill>
                  <a:srgbClr val="569CD6"/>
                </a:solidFill>
                <a:effectLst/>
                <a:latin typeface="Consolas" panose="020B0609020204030204" pitchFamily="49" charset="0"/>
              </a:rPr>
              <a:t>private</a:t>
            </a:r>
            <a:r>
              <a:rPr lang="en-US" sz="1800" b="0" dirty="0">
                <a:solidFill>
                  <a:srgbClr val="BBBEBF"/>
                </a:solidFill>
                <a:effectLst/>
                <a:latin typeface="Consolas" panose="020B0609020204030204" pitchFamily="49" charset="0"/>
              </a:rPr>
              <a:t> </a:t>
            </a:r>
            <a:r>
              <a:rPr lang="en-US" sz="1800" b="0" dirty="0">
                <a:solidFill>
                  <a:srgbClr val="4EC9B0"/>
                </a:solidFill>
                <a:effectLst/>
                <a:latin typeface="Consolas" panose="020B0609020204030204" pitchFamily="49" charset="0"/>
              </a:rPr>
              <a:t>double</a:t>
            </a:r>
            <a:r>
              <a:rPr lang="en-US" sz="1800" b="0" dirty="0">
                <a:solidFill>
                  <a:srgbClr val="FFA657"/>
                </a:solidFill>
                <a:effectLst/>
                <a:latin typeface="Consolas" panose="020B0609020204030204" pitchFamily="49" charset="0"/>
              </a:rPr>
              <a:t> </a:t>
            </a:r>
            <a:r>
              <a:rPr lang="en-US" sz="1800" b="0" dirty="0" err="1">
                <a:solidFill>
                  <a:srgbClr val="C9D1D9"/>
                </a:solidFill>
                <a:effectLst/>
                <a:latin typeface="Consolas" panose="020B0609020204030204" pitchFamily="49" charset="0"/>
              </a:rPr>
              <a:t>targetSpeed</a:t>
            </a:r>
            <a:r>
              <a:rPr lang="en-US" sz="1800" b="0" dirty="0">
                <a:solidFill>
                  <a:srgbClr val="FFA657"/>
                </a:solidFill>
                <a:effectLst/>
                <a:latin typeface="Consolas" panose="020B0609020204030204" pitchFamily="49" charset="0"/>
              </a:rPr>
              <a:t> </a:t>
            </a:r>
            <a:r>
              <a:rPr lang="en-US" sz="1800" b="0" dirty="0">
                <a:solidFill>
                  <a:srgbClr val="D4D4D4"/>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B5CEA8"/>
                </a:solidFill>
                <a:effectLst/>
                <a:latin typeface="Consolas" panose="020B0609020204030204" pitchFamily="49" charset="0"/>
              </a:rPr>
              <a:t>0.0</a:t>
            </a:r>
            <a:r>
              <a:rPr lang="en-US" sz="1800" b="0" dirty="0">
                <a:solidFill>
                  <a:srgbClr val="BBBEBF"/>
                </a:solidFill>
                <a:effectLst/>
                <a:latin typeface="Consolas" panose="020B0609020204030204" pitchFamily="49" charset="0"/>
              </a:rPr>
              <a:t>;</a:t>
            </a:r>
          </a:p>
          <a:p>
            <a:pPr>
              <a:lnSpc>
                <a:spcPct val="113095"/>
              </a:lnSpc>
              <a:buNone/>
            </a:pPr>
            <a:r>
              <a:rPr lang="en-US" sz="1800" b="0" dirty="0">
                <a:solidFill>
                  <a:srgbClr val="569CD6"/>
                </a:solidFill>
                <a:effectLst/>
                <a:latin typeface="Consolas" panose="020B0609020204030204" pitchFamily="49" charset="0"/>
              </a:rPr>
              <a:t>private</a:t>
            </a:r>
            <a:r>
              <a:rPr lang="en-US" sz="1800" b="0" dirty="0">
                <a:solidFill>
                  <a:srgbClr val="BBBEBF"/>
                </a:solidFill>
                <a:effectLst/>
                <a:latin typeface="Consolas" panose="020B0609020204030204" pitchFamily="49" charset="0"/>
              </a:rPr>
              <a:t> </a:t>
            </a:r>
            <a:r>
              <a:rPr lang="en-US" sz="1800" b="0" dirty="0" err="1">
                <a:solidFill>
                  <a:srgbClr val="4EC9B0"/>
                </a:solidFill>
                <a:effectLst/>
                <a:latin typeface="Consolas" panose="020B0609020204030204" pitchFamily="49" charset="0"/>
              </a:rPr>
              <a:t>boolean</a:t>
            </a:r>
            <a:r>
              <a:rPr lang="en-US" sz="1800" b="0" dirty="0">
                <a:solidFill>
                  <a:srgbClr val="FFA657"/>
                </a:solidFill>
                <a:effectLst/>
                <a:latin typeface="Consolas" panose="020B0609020204030204" pitchFamily="49" charset="0"/>
              </a:rPr>
              <a:t> </a:t>
            </a:r>
            <a:r>
              <a:rPr lang="en-US" sz="1800" b="0" dirty="0" err="1">
                <a:solidFill>
                  <a:srgbClr val="C9D1D9"/>
                </a:solidFill>
                <a:effectLst/>
                <a:latin typeface="Consolas" panose="020B0609020204030204" pitchFamily="49" charset="0"/>
              </a:rPr>
              <a:t>atSetpoint</a:t>
            </a:r>
            <a:r>
              <a:rPr lang="en-US" sz="1800" b="0" dirty="0">
                <a:solidFill>
                  <a:srgbClr val="FFA657"/>
                </a:solidFill>
                <a:effectLst/>
                <a:latin typeface="Consolas" panose="020B0609020204030204" pitchFamily="49" charset="0"/>
              </a:rPr>
              <a:t> </a:t>
            </a:r>
            <a:r>
              <a:rPr lang="en-US" sz="1800" b="0" dirty="0">
                <a:solidFill>
                  <a:srgbClr val="D4D4D4"/>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569CD6"/>
                </a:solidFill>
                <a:effectLst/>
                <a:latin typeface="Consolas" panose="020B0609020204030204" pitchFamily="49" charset="0"/>
              </a:rPr>
              <a:t>false</a:t>
            </a:r>
            <a:r>
              <a:rPr lang="en-US" sz="1800" b="0" dirty="0">
                <a:solidFill>
                  <a:srgbClr val="BBBEBF"/>
                </a:solidFill>
                <a:effectLst/>
                <a:latin typeface="Consolas" panose="020B0609020204030204" pitchFamily="49" charset="0"/>
              </a:rPr>
              <a:t>;</a:t>
            </a:r>
          </a:p>
          <a:p>
            <a:pPr>
              <a:lnSpc>
                <a:spcPct val="113095"/>
              </a:lnSpc>
              <a:buNone/>
            </a:pPr>
            <a:br>
              <a:rPr lang="en-US" sz="1800" b="0" dirty="0">
                <a:solidFill>
                  <a:srgbClr val="BBBEBF"/>
                </a:solidFill>
                <a:effectLst/>
                <a:latin typeface="Consolas" panose="020B0609020204030204" pitchFamily="49" charset="0"/>
              </a:rPr>
            </a:br>
            <a:endParaRPr lang="en-US" sz="1800" b="0" dirty="0">
              <a:solidFill>
                <a:srgbClr val="BBBEBF"/>
              </a:solidFill>
              <a:effectLst/>
              <a:latin typeface="Consolas" panose="020B0609020204030204" pitchFamily="49" charset="0"/>
            </a:endParaRPr>
          </a:p>
          <a:p>
            <a:pPr>
              <a:lnSpc>
                <a:spcPct val="113095"/>
              </a:lnSpc>
              <a:buNone/>
            </a:pPr>
            <a:r>
              <a:rPr lang="en-US" sz="1800" b="0" dirty="0">
                <a:solidFill>
                  <a:srgbClr val="569CD6"/>
                </a:solidFill>
                <a:effectLst/>
                <a:latin typeface="Consolas" panose="020B0609020204030204" pitchFamily="49" charset="0"/>
              </a:rPr>
              <a:t>public</a:t>
            </a:r>
            <a:r>
              <a:rPr lang="en-US" sz="1800" b="0" dirty="0">
                <a:solidFill>
                  <a:srgbClr val="BBBEBF"/>
                </a:solidFill>
                <a:effectLst/>
                <a:latin typeface="Consolas" panose="020B0609020204030204" pitchFamily="49" charset="0"/>
              </a:rPr>
              <a:t> </a:t>
            </a:r>
            <a:r>
              <a:rPr lang="en-US" sz="1800" b="0" dirty="0">
                <a:solidFill>
                  <a:srgbClr val="4EC9B0"/>
                </a:solidFill>
                <a:effectLst/>
                <a:latin typeface="Consolas" panose="020B0609020204030204" pitchFamily="49" charset="0"/>
              </a:rPr>
              <a:t>void</a:t>
            </a:r>
            <a:r>
              <a:rPr lang="en-US" sz="1800" b="0" dirty="0">
                <a:solidFill>
                  <a:srgbClr val="BBBEBF"/>
                </a:solidFill>
                <a:effectLst/>
                <a:latin typeface="Consolas" panose="020B0609020204030204" pitchFamily="49" charset="0"/>
              </a:rPr>
              <a:t> </a:t>
            </a:r>
            <a:r>
              <a:rPr lang="en-US" sz="1800" b="0" dirty="0">
                <a:solidFill>
                  <a:srgbClr val="D2A8FF"/>
                </a:solidFill>
                <a:effectLst/>
                <a:latin typeface="Consolas" panose="020B0609020204030204" pitchFamily="49" charset="0"/>
              </a:rPr>
              <a:t>drive</a:t>
            </a:r>
            <a:r>
              <a:rPr lang="en-US" sz="1800" b="0" dirty="0">
                <a:solidFill>
                  <a:srgbClr val="BBBEBF"/>
                </a:solidFill>
                <a:effectLst/>
                <a:latin typeface="Consolas" panose="020B0609020204030204" pitchFamily="49" charset="0"/>
              </a:rPr>
              <a:t>(</a:t>
            </a:r>
            <a:r>
              <a:rPr lang="en-US" sz="1800" b="0" dirty="0">
                <a:solidFill>
                  <a:srgbClr val="4EC9B0"/>
                </a:solidFill>
                <a:effectLst/>
                <a:latin typeface="Consolas" panose="020B0609020204030204" pitchFamily="49" charset="0"/>
              </a:rPr>
              <a:t>double</a:t>
            </a:r>
            <a:r>
              <a:rPr lang="en-US" sz="1800" b="0" dirty="0">
                <a:solidFill>
                  <a:srgbClr val="BBBEBF"/>
                </a:solidFill>
                <a:effectLst/>
                <a:latin typeface="Consolas" panose="020B0609020204030204" pitchFamily="49" charset="0"/>
              </a:rPr>
              <a:t> forward, </a:t>
            </a:r>
            <a:r>
              <a:rPr lang="en-US" sz="1800" b="0" dirty="0">
                <a:solidFill>
                  <a:srgbClr val="4EC9B0"/>
                </a:solidFill>
                <a:effectLst/>
                <a:latin typeface="Consolas" panose="020B0609020204030204" pitchFamily="49" charset="0"/>
              </a:rPr>
              <a:t>double</a:t>
            </a:r>
            <a:r>
              <a:rPr lang="en-US" sz="1800" b="0" dirty="0">
                <a:solidFill>
                  <a:srgbClr val="BBBEBF"/>
                </a:solidFill>
                <a:effectLst/>
                <a:latin typeface="Consolas" panose="020B0609020204030204" pitchFamily="49" charset="0"/>
              </a:rPr>
              <a:t> turn) {</a:t>
            </a:r>
          </a:p>
          <a:p>
            <a:pPr>
              <a:lnSpc>
                <a:spcPct val="113095"/>
              </a:lnSpc>
              <a:buNone/>
            </a:pPr>
            <a:r>
              <a:rPr lang="en-US" sz="1800" b="0" dirty="0">
                <a:solidFill>
                  <a:srgbClr val="BBBEBF"/>
                </a:solidFill>
                <a:effectLst/>
                <a:latin typeface="Consolas" panose="020B0609020204030204" pitchFamily="49" charset="0"/>
              </a:rPr>
              <a:t>    </a:t>
            </a:r>
            <a:r>
              <a:rPr lang="en-US" sz="1800" b="0" dirty="0" err="1">
                <a:solidFill>
                  <a:srgbClr val="C9D1D9"/>
                </a:solidFill>
                <a:effectLst/>
                <a:latin typeface="Consolas" panose="020B0609020204030204" pitchFamily="49" charset="0"/>
              </a:rPr>
              <a:t>leftDrive</a:t>
            </a:r>
            <a:r>
              <a:rPr lang="en-US" sz="1800" b="0" dirty="0" err="1">
                <a:solidFill>
                  <a:srgbClr val="BBBEBF"/>
                </a:solidFill>
                <a:effectLst/>
                <a:latin typeface="Consolas" panose="020B0609020204030204" pitchFamily="49" charset="0"/>
              </a:rPr>
              <a:t>.</a:t>
            </a:r>
            <a:r>
              <a:rPr lang="en-US" sz="1800" b="0" dirty="0" err="1">
                <a:solidFill>
                  <a:srgbClr val="D2A8FF"/>
                </a:solidFill>
                <a:effectLst/>
                <a:latin typeface="Consolas" panose="020B0609020204030204" pitchFamily="49" charset="0"/>
              </a:rPr>
              <a:t>setPower</a:t>
            </a:r>
            <a:r>
              <a:rPr lang="en-US" sz="1800" b="0" dirty="0">
                <a:solidFill>
                  <a:srgbClr val="BBBEBF"/>
                </a:solidFill>
                <a:effectLst/>
                <a:latin typeface="Consolas" panose="020B0609020204030204" pitchFamily="49" charset="0"/>
              </a:rPr>
              <a:t>(forward </a:t>
            </a:r>
            <a:r>
              <a:rPr lang="en-US" sz="1800" b="0" dirty="0">
                <a:solidFill>
                  <a:srgbClr val="D4D4D4"/>
                </a:solidFill>
                <a:effectLst/>
                <a:latin typeface="Consolas" panose="020B0609020204030204" pitchFamily="49" charset="0"/>
              </a:rPr>
              <a:t>+</a:t>
            </a:r>
            <a:r>
              <a:rPr lang="en-US" sz="1800" b="0" dirty="0">
                <a:solidFill>
                  <a:srgbClr val="BBBEBF"/>
                </a:solidFill>
                <a:effectLst/>
                <a:latin typeface="Consolas" panose="020B0609020204030204" pitchFamily="49" charset="0"/>
              </a:rPr>
              <a:t> turn);</a:t>
            </a:r>
          </a:p>
          <a:p>
            <a:pPr>
              <a:lnSpc>
                <a:spcPct val="113095"/>
              </a:lnSpc>
              <a:buNone/>
            </a:pPr>
            <a:r>
              <a:rPr lang="en-US" sz="1800" b="0" dirty="0">
                <a:solidFill>
                  <a:srgbClr val="BBBEBF"/>
                </a:solidFill>
                <a:effectLst/>
                <a:latin typeface="Consolas" panose="020B0609020204030204" pitchFamily="49" charset="0"/>
              </a:rPr>
              <a:t>}</a:t>
            </a:r>
          </a:p>
        </p:txBody>
      </p:sp>
    </p:spTree>
    <p:extLst>
      <p:ext uri="{BB962C8B-B14F-4D97-AF65-F5344CB8AC3E}">
        <p14:creationId xmlns:p14="http://schemas.microsoft.com/office/powerpoint/2010/main" val="3289186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01000-EF51-6083-75B8-2C62DB85DAC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E4B619-BAAF-6907-CD66-D19BAA03924A}"/>
              </a:ext>
            </a:extLst>
          </p:cNvPr>
          <p:cNvSpPr>
            <a:spLocks noGrp="1"/>
          </p:cNvSpPr>
          <p:nvPr>
            <p:ph type="title"/>
          </p:nvPr>
        </p:nvSpPr>
        <p:spPr>
          <a:xfrm>
            <a:off x="321469" y="272257"/>
            <a:ext cx="11544300" cy="931724"/>
          </a:xfrm>
        </p:spPr>
        <p:txBody>
          <a:bodyPr anchor="ctr">
            <a:normAutofit/>
          </a:bodyPr>
          <a:lstStyle/>
          <a:p>
            <a:r>
              <a:rPr lang="en-US" dirty="0"/>
              <a:t>How your program runs?</a:t>
            </a:r>
          </a:p>
        </p:txBody>
      </p:sp>
      <p:grpSp>
        <p:nvGrpSpPr>
          <p:cNvPr id="30" name="Group 29">
            <a:extLst>
              <a:ext uri="{FF2B5EF4-FFF2-40B4-BE49-F238E27FC236}">
                <a16:creationId xmlns:a16="http://schemas.microsoft.com/office/drawing/2014/main" id="{7B33B425-D2EB-206B-24DF-9F781DAC8512}"/>
              </a:ext>
            </a:extLst>
          </p:cNvPr>
          <p:cNvGrpSpPr/>
          <p:nvPr/>
        </p:nvGrpSpPr>
        <p:grpSpPr>
          <a:xfrm>
            <a:off x="1193800" y="2158999"/>
            <a:ext cx="9931400" cy="1270001"/>
            <a:chOff x="1193800" y="2700866"/>
            <a:chExt cx="9931400" cy="1270001"/>
          </a:xfrm>
        </p:grpSpPr>
        <p:sp>
          <p:nvSpPr>
            <p:cNvPr id="14" name="Rectangle 13">
              <a:extLst>
                <a:ext uri="{FF2B5EF4-FFF2-40B4-BE49-F238E27FC236}">
                  <a16:creationId xmlns:a16="http://schemas.microsoft.com/office/drawing/2014/main" id="{6FD15BF9-61CE-B5E0-F9E7-57B3F37AF664}"/>
                </a:ext>
              </a:extLst>
            </p:cNvPr>
            <p:cNvSpPr/>
            <p:nvPr/>
          </p:nvSpPr>
          <p:spPr>
            <a:xfrm>
              <a:off x="1193800" y="2717800"/>
              <a:ext cx="2336800" cy="1253067"/>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dirty="0"/>
                <a:t>HelloRobot.java</a:t>
              </a:r>
              <a:br>
                <a:rPr lang="en-US" dirty="0"/>
              </a:br>
              <a:r>
                <a:rPr lang="en-US" dirty="0"/>
                <a:t>the text you wrote</a:t>
              </a:r>
            </a:p>
          </p:txBody>
        </p:sp>
        <p:sp>
          <p:nvSpPr>
            <p:cNvPr id="18" name="Rectangle 17">
              <a:extLst>
                <a:ext uri="{FF2B5EF4-FFF2-40B4-BE49-F238E27FC236}">
                  <a16:creationId xmlns:a16="http://schemas.microsoft.com/office/drawing/2014/main" id="{B98642F6-51FE-2FFC-EE14-B18FA78A7B04}"/>
                </a:ext>
              </a:extLst>
            </p:cNvPr>
            <p:cNvSpPr/>
            <p:nvPr/>
          </p:nvSpPr>
          <p:spPr>
            <a:xfrm>
              <a:off x="4991100" y="2700866"/>
              <a:ext cx="2336800" cy="1253067"/>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dirty="0"/>
                <a:t>Bytecode instructions</a:t>
              </a:r>
              <a:br>
                <a:rPr lang="en-US" dirty="0"/>
              </a:br>
              <a:r>
                <a:rPr lang="en-US" dirty="0"/>
                <a:t>Java understands</a:t>
              </a:r>
            </a:p>
          </p:txBody>
        </p:sp>
        <p:sp>
          <p:nvSpPr>
            <p:cNvPr id="22" name="Rectangle 21">
              <a:extLst>
                <a:ext uri="{FF2B5EF4-FFF2-40B4-BE49-F238E27FC236}">
                  <a16:creationId xmlns:a16="http://schemas.microsoft.com/office/drawing/2014/main" id="{09ECB597-C674-9D8C-36CD-C4971391AD2C}"/>
                </a:ext>
              </a:extLst>
            </p:cNvPr>
            <p:cNvSpPr/>
            <p:nvPr/>
          </p:nvSpPr>
          <p:spPr>
            <a:xfrm>
              <a:off x="8788400" y="2717799"/>
              <a:ext cx="2336800" cy="1253067"/>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dirty="0"/>
                <a:t>Output</a:t>
              </a:r>
              <a:br>
                <a:rPr lang="en-US" dirty="0"/>
              </a:br>
              <a:r>
                <a:rPr lang="en-US" dirty="0"/>
                <a:t>in your terminal</a:t>
              </a:r>
            </a:p>
          </p:txBody>
        </p:sp>
        <p:cxnSp>
          <p:nvCxnSpPr>
            <p:cNvPr id="24" name="Straight Arrow Connector 23">
              <a:extLst>
                <a:ext uri="{FF2B5EF4-FFF2-40B4-BE49-F238E27FC236}">
                  <a16:creationId xmlns:a16="http://schemas.microsoft.com/office/drawing/2014/main" id="{66CECEA1-2787-05FA-9B38-5786CCAF95EA}"/>
                </a:ext>
              </a:extLst>
            </p:cNvPr>
            <p:cNvCxnSpPr>
              <a:stCxn id="14" idx="3"/>
              <a:endCxn id="18" idx="1"/>
            </p:cNvCxnSpPr>
            <p:nvPr/>
          </p:nvCxnSpPr>
          <p:spPr>
            <a:xfrm flipV="1">
              <a:off x="3530600" y="3327400"/>
              <a:ext cx="1460500" cy="169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6C0529B8-AD7C-9D1D-BE44-470F6EE50A05}"/>
                </a:ext>
              </a:extLst>
            </p:cNvPr>
            <p:cNvCxnSpPr>
              <a:stCxn id="18" idx="3"/>
              <a:endCxn id="22" idx="1"/>
            </p:cNvCxnSpPr>
            <p:nvPr/>
          </p:nvCxnSpPr>
          <p:spPr>
            <a:xfrm>
              <a:off x="7327900" y="3327400"/>
              <a:ext cx="1460500" cy="169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B9CE0904-C9B4-871B-2CF3-CC634D5F631B}"/>
                </a:ext>
              </a:extLst>
            </p:cNvPr>
            <p:cNvSpPr txBox="1"/>
            <p:nvPr/>
          </p:nvSpPr>
          <p:spPr>
            <a:xfrm>
              <a:off x="3706852" y="2975000"/>
              <a:ext cx="904415" cy="307777"/>
            </a:xfrm>
            <a:prstGeom prst="rect">
              <a:avLst/>
            </a:prstGeom>
            <a:noFill/>
          </p:spPr>
          <p:txBody>
            <a:bodyPr wrap="none" rtlCol="0">
              <a:spAutoFit/>
            </a:bodyPr>
            <a:lstStyle/>
            <a:p>
              <a:r>
                <a:rPr lang="en-US" sz="1400" dirty="0"/>
                <a:t>compiles</a:t>
              </a:r>
            </a:p>
          </p:txBody>
        </p:sp>
        <p:sp>
          <p:nvSpPr>
            <p:cNvPr id="29" name="TextBox 28">
              <a:extLst>
                <a:ext uri="{FF2B5EF4-FFF2-40B4-BE49-F238E27FC236}">
                  <a16:creationId xmlns:a16="http://schemas.microsoft.com/office/drawing/2014/main" id="{3EFD8C55-880D-6F4A-94E6-908709C333E7}"/>
                </a:ext>
              </a:extLst>
            </p:cNvPr>
            <p:cNvSpPr txBox="1"/>
            <p:nvPr/>
          </p:nvSpPr>
          <p:spPr>
            <a:xfrm>
              <a:off x="7393545" y="2958067"/>
              <a:ext cx="1329210" cy="307777"/>
            </a:xfrm>
            <a:prstGeom prst="rect">
              <a:avLst/>
            </a:prstGeom>
            <a:noFill/>
          </p:spPr>
          <p:txBody>
            <a:bodyPr wrap="none" rtlCol="0">
              <a:spAutoFit/>
            </a:bodyPr>
            <a:lstStyle/>
            <a:p>
              <a:pPr algn="ctr"/>
              <a:r>
                <a:rPr lang="en-US" sz="1400" dirty="0"/>
                <a:t>the JVM runs it</a:t>
              </a:r>
            </a:p>
          </p:txBody>
        </p:sp>
      </p:grpSp>
      <p:sp>
        <p:nvSpPr>
          <p:cNvPr id="32" name="TextBox 31">
            <a:extLst>
              <a:ext uri="{FF2B5EF4-FFF2-40B4-BE49-F238E27FC236}">
                <a16:creationId xmlns:a16="http://schemas.microsoft.com/office/drawing/2014/main" id="{2C3A54E8-79DF-1323-A532-AAF3E648329D}"/>
              </a:ext>
            </a:extLst>
          </p:cNvPr>
          <p:cNvSpPr txBox="1"/>
          <p:nvPr/>
        </p:nvSpPr>
        <p:spPr>
          <a:xfrm>
            <a:off x="1193800" y="4038600"/>
            <a:ext cx="9931400" cy="1200329"/>
          </a:xfrm>
          <a:prstGeom prst="rect">
            <a:avLst/>
          </a:prstGeom>
          <a:noFill/>
        </p:spPr>
        <p:txBody>
          <a:bodyPr wrap="square">
            <a:spAutoFit/>
          </a:bodyPr>
          <a:lstStyle/>
          <a:p>
            <a:pPr>
              <a:buNone/>
            </a:pPr>
            <a:r>
              <a:rPr lang="en-US" dirty="0">
                <a:solidFill>
                  <a:schemeClr val="bg1"/>
                </a:solidFill>
                <a:highlight>
                  <a:srgbClr val="808080"/>
                </a:highlight>
                <a:latin typeface="Consolas" panose="020B0609020204030204" pitchFamily="49" charset="0"/>
                <a:ea typeface="Roboto" panose="02000000000000000000" pitchFamily="2" charset="0"/>
              </a:rPr>
              <a:t> java HelloRobot.java </a:t>
            </a:r>
            <a:r>
              <a:rPr lang="en-US" dirty="0">
                <a:latin typeface="Roboto" panose="02000000000000000000" pitchFamily="2" charset="0"/>
                <a:ea typeface="Roboto" panose="02000000000000000000" pitchFamily="2" charset="0"/>
              </a:rPr>
              <a:t> does both arrows in one command.</a:t>
            </a:r>
          </a:p>
          <a:p>
            <a:pPr>
              <a:buNone/>
            </a:pPr>
            <a:endParaRPr lang="en-US" dirty="0">
              <a:latin typeface="Roboto" panose="02000000000000000000" pitchFamily="2" charset="0"/>
              <a:ea typeface="Roboto" panose="02000000000000000000" pitchFamily="2" charset="0"/>
            </a:endParaRPr>
          </a:p>
          <a:p>
            <a:r>
              <a:rPr lang="en-US" dirty="0">
                <a:latin typeface="Roboto" panose="02000000000000000000" pitchFamily="2" charset="0"/>
                <a:ea typeface="Roboto" panose="02000000000000000000" pitchFamily="2" charset="0"/>
              </a:rPr>
              <a:t>Errors at the first arrow: the program never runs. A typo, a missing semicolon, the wrong type. </a:t>
            </a:r>
          </a:p>
          <a:p>
            <a:r>
              <a:rPr lang="en-US" dirty="0">
                <a:latin typeface="Roboto" panose="02000000000000000000" pitchFamily="2" charset="0"/>
                <a:ea typeface="Roboto" panose="02000000000000000000" pitchFamily="2" charset="0"/>
              </a:rPr>
              <a:t>Errors at the last arrow: it runs, then crashes. We spend Wednesday on those.</a:t>
            </a:r>
          </a:p>
        </p:txBody>
      </p:sp>
    </p:spTree>
    <p:extLst>
      <p:ext uri="{BB962C8B-B14F-4D97-AF65-F5344CB8AC3E}">
        <p14:creationId xmlns:p14="http://schemas.microsoft.com/office/powerpoint/2010/main" val="2278430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6FA19-2DFF-0862-ABB4-0A444F53D4A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BCADC73-DFBC-A7DF-2FE5-13A9C4D325BF}"/>
              </a:ext>
            </a:extLst>
          </p:cNvPr>
          <p:cNvSpPr>
            <a:spLocks noGrp="1"/>
          </p:cNvSpPr>
          <p:nvPr>
            <p:ph type="title"/>
          </p:nvPr>
        </p:nvSpPr>
        <p:spPr>
          <a:xfrm>
            <a:off x="321469" y="272257"/>
            <a:ext cx="11544300" cy="931724"/>
          </a:xfrm>
        </p:spPr>
        <p:txBody>
          <a:bodyPr anchor="ctr">
            <a:normAutofit/>
          </a:bodyPr>
          <a:lstStyle/>
          <a:p>
            <a:r>
              <a:rPr lang="en-US" dirty="0"/>
              <a:t>Anatomy of a program</a:t>
            </a:r>
          </a:p>
        </p:txBody>
      </p:sp>
      <p:sp>
        <p:nvSpPr>
          <p:cNvPr id="5" name="TextBox 4">
            <a:extLst>
              <a:ext uri="{FF2B5EF4-FFF2-40B4-BE49-F238E27FC236}">
                <a16:creationId xmlns:a16="http://schemas.microsoft.com/office/drawing/2014/main" id="{F3362272-A36B-FD79-98EC-C147ABC16E07}"/>
              </a:ext>
            </a:extLst>
          </p:cNvPr>
          <p:cNvSpPr txBox="1"/>
          <p:nvPr/>
        </p:nvSpPr>
        <p:spPr>
          <a:xfrm>
            <a:off x="2629561" y="2366337"/>
            <a:ext cx="6928115" cy="2125325"/>
          </a:xfrm>
          <a:prstGeom prst="rect">
            <a:avLst/>
          </a:prstGeom>
          <a:solidFill>
            <a:schemeClr val="tx1"/>
          </a:solidFill>
        </p:spPr>
        <p:txBody>
          <a:bodyPr wrap="square">
            <a:spAutoFit/>
          </a:bodyPr>
          <a:lstStyle/>
          <a:p>
            <a:pPr>
              <a:lnSpc>
                <a:spcPct val="150000"/>
              </a:lnSpc>
              <a:buNone/>
            </a:pPr>
            <a:r>
              <a:rPr lang="en-US" sz="1800" b="0" dirty="0">
                <a:solidFill>
                  <a:srgbClr val="569CD6"/>
                </a:solidFill>
                <a:effectLst/>
                <a:latin typeface="Consolas" panose="020B0609020204030204" pitchFamily="49" charset="0"/>
              </a:rPr>
              <a:t>public</a:t>
            </a:r>
            <a:r>
              <a:rPr lang="en-US" sz="1800" b="0" dirty="0">
                <a:solidFill>
                  <a:srgbClr val="BBBEBF"/>
                </a:solidFill>
                <a:effectLst/>
                <a:latin typeface="Consolas" panose="020B0609020204030204" pitchFamily="49" charset="0"/>
              </a:rPr>
              <a:t> </a:t>
            </a:r>
            <a:r>
              <a:rPr lang="en-US" sz="1800" b="0" dirty="0">
                <a:solidFill>
                  <a:srgbClr val="569CD6"/>
                </a:solidFill>
                <a:effectLst/>
                <a:latin typeface="Consolas" panose="020B0609020204030204" pitchFamily="49" charset="0"/>
              </a:rPr>
              <a:t>class</a:t>
            </a:r>
            <a:r>
              <a:rPr lang="en-US" sz="1800" b="0" dirty="0">
                <a:solidFill>
                  <a:srgbClr val="BBBEBF"/>
                </a:solidFill>
                <a:effectLst/>
                <a:latin typeface="Consolas" panose="020B0609020204030204" pitchFamily="49" charset="0"/>
              </a:rPr>
              <a:t> </a:t>
            </a:r>
            <a:r>
              <a:rPr lang="en-US" sz="1800" b="0" dirty="0" err="1">
                <a:solidFill>
                  <a:srgbClr val="4EC9B0"/>
                </a:solidFill>
                <a:effectLst/>
                <a:latin typeface="Consolas" panose="020B0609020204030204" pitchFamily="49" charset="0"/>
              </a:rPr>
              <a:t>HelloRobot</a:t>
            </a:r>
            <a:r>
              <a:rPr lang="en-US" sz="1800" b="0" dirty="0">
                <a:solidFill>
                  <a:srgbClr val="BBBEBF"/>
                </a:solidFill>
                <a:effectLst/>
                <a:latin typeface="Consolas" panose="020B0609020204030204" pitchFamily="49" charset="0"/>
              </a:rPr>
              <a:t> {</a:t>
            </a:r>
          </a:p>
          <a:p>
            <a:pPr>
              <a:lnSpc>
                <a:spcPct val="150000"/>
              </a:lnSpc>
              <a:buNone/>
            </a:pPr>
            <a:r>
              <a:rPr lang="en-US" sz="1800" b="0" dirty="0">
                <a:solidFill>
                  <a:srgbClr val="BBBEBF"/>
                </a:solidFill>
                <a:effectLst/>
                <a:latin typeface="Consolas" panose="020B0609020204030204" pitchFamily="49" charset="0"/>
              </a:rPr>
              <a:t>    </a:t>
            </a:r>
            <a:r>
              <a:rPr lang="en-US" sz="1800" b="0" dirty="0">
                <a:solidFill>
                  <a:srgbClr val="569CD6"/>
                </a:solidFill>
                <a:effectLst/>
                <a:latin typeface="Consolas" panose="020B0609020204030204" pitchFamily="49" charset="0"/>
              </a:rPr>
              <a:t>public</a:t>
            </a:r>
            <a:r>
              <a:rPr lang="en-US" sz="1800" b="0" dirty="0">
                <a:solidFill>
                  <a:srgbClr val="BBBEBF"/>
                </a:solidFill>
                <a:effectLst/>
                <a:latin typeface="Consolas" panose="020B0609020204030204" pitchFamily="49" charset="0"/>
              </a:rPr>
              <a:t> </a:t>
            </a:r>
            <a:r>
              <a:rPr lang="en-US" sz="1800" b="0" dirty="0">
                <a:solidFill>
                  <a:srgbClr val="569CD6"/>
                </a:solidFill>
                <a:effectLst/>
                <a:latin typeface="Consolas" panose="020B0609020204030204" pitchFamily="49" charset="0"/>
              </a:rPr>
              <a:t>static</a:t>
            </a:r>
            <a:r>
              <a:rPr lang="en-US" sz="1800" b="0" dirty="0">
                <a:solidFill>
                  <a:srgbClr val="BBBEBF"/>
                </a:solidFill>
                <a:effectLst/>
                <a:latin typeface="Consolas" panose="020B0609020204030204" pitchFamily="49" charset="0"/>
              </a:rPr>
              <a:t> </a:t>
            </a:r>
            <a:r>
              <a:rPr lang="en-US" sz="1800" b="0" dirty="0">
                <a:solidFill>
                  <a:srgbClr val="4EC9B0"/>
                </a:solidFill>
                <a:effectLst/>
                <a:latin typeface="Consolas" panose="020B0609020204030204" pitchFamily="49" charset="0"/>
              </a:rPr>
              <a:t>void</a:t>
            </a:r>
            <a:r>
              <a:rPr lang="en-US" sz="1800" b="0" dirty="0">
                <a:solidFill>
                  <a:srgbClr val="BBBEBF"/>
                </a:solidFill>
                <a:effectLst/>
                <a:latin typeface="Consolas" panose="020B0609020204030204" pitchFamily="49" charset="0"/>
              </a:rPr>
              <a:t> </a:t>
            </a:r>
            <a:r>
              <a:rPr lang="en-US" sz="1800" b="0" dirty="0">
                <a:solidFill>
                  <a:srgbClr val="D2A8FF"/>
                </a:solidFill>
                <a:effectLst/>
                <a:latin typeface="Consolas" panose="020B0609020204030204" pitchFamily="49" charset="0"/>
              </a:rPr>
              <a:t>main</a:t>
            </a:r>
            <a:r>
              <a:rPr lang="en-US" sz="1800" b="0" dirty="0">
                <a:solidFill>
                  <a:srgbClr val="BBBEBF"/>
                </a:solidFill>
                <a:effectLst/>
                <a:latin typeface="Consolas" panose="020B0609020204030204" pitchFamily="49" charset="0"/>
              </a:rPr>
              <a:t>(</a:t>
            </a:r>
            <a:r>
              <a:rPr lang="en-US" sz="1800" b="0" dirty="0">
                <a:solidFill>
                  <a:srgbClr val="4EC9B0"/>
                </a:solidFill>
                <a:effectLst/>
                <a:latin typeface="Consolas" panose="020B0609020204030204" pitchFamily="49" charset="0"/>
              </a:rPr>
              <a:t>String</a:t>
            </a:r>
            <a:r>
              <a:rPr lang="en-US" sz="1800" b="0" dirty="0">
                <a:solidFill>
                  <a:srgbClr val="BBBEBF"/>
                </a:solidFill>
                <a:effectLst/>
                <a:latin typeface="Consolas" panose="020B0609020204030204" pitchFamily="49" charset="0"/>
              </a:rPr>
              <a:t>[] </a:t>
            </a:r>
            <a:r>
              <a:rPr lang="en-US" sz="1800" b="0" dirty="0" err="1">
                <a:solidFill>
                  <a:srgbClr val="FFA657"/>
                </a:solidFill>
                <a:effectLst/>
                <a:latin typeface="Consolas" panose="020B0609020204030204" pitchFamily="49" charset="0"/>
              </a:rPr>
              <a:t>args</a:t>
            </a:r>
            <a:r>
              <a:rPr lang="en-US" sz="1800" b="0" dirty="0">
                <a:solidFill>
                  <a:srgbClr val="BBBEBF"/>
                </a:solidFill>
                <a:effectLst/>
                <a:latin typeface="Consolas" panose="020B0609020204030204" pitchFamily="49" charset="0"/>
              </a:rPr>
              <a:t>) {</a:t>
            </a:r>
          </a:p>
          <a:p>
            <a:pPr>
              <a:lnSpc>
                <a:spcPct val="150000"/>
              </a:lnSpc>
              <a:buNone/>
            </a:pPr>
            <a:r>
              <a:rPr lang="en-US" sz="1800" b="0" dirty="0">
                <a:solidFill>
                  <a:srgbClr val="BBBEBF"/>
                </a:solidFill>
                <a:effectLst/>
                <a:latin typeface="Consolas" panose="020B0609020204030204" pitchFamily="49" charset="0"/>
              </a:rPr>
              <a:t>        </a:t>
            </a:r>
            <a:r>
              <a:rPr lang="en-US" sz="1800" b="0" dirty="0" err="1">
                <a:solidFill>
                  <a:srgbClr val="C9D1D9"/>
                </a:solidFill>
                <a:effectLst/>
                <a:latin typeface="Consolas" panose="020B0609020204030204" pitchFamily="49" charset="0"/>
              </a:rPr>
              <a:t>System</a:t>
            </a:r>
            <a:r>
              <a:rPr lang="en-US" sz="1800" b="0" dirty="0" err="1">
                <a:solidFill>
                  <a:srgbClr val="BBBEBF"/>
                </a:solidFill>
                <a:effectLst/>
                <a:latin typeface="Consolas" panose="020B0609020204030204" pitchFamily="49" charset="0"/>
              </a:rPr>
              <a:t>.</a:t>
            </a:r>
            <a:r>
              <a:rPr lang="en-US" sz="1800" b="0" dirty="0" err="1">
                <a:solidFill>
                  <a:srgbClr val="C9D1D9"/>
                </a:solidFill>
                <a:effectLst/>
                <a:latin typeface="Consolas" panose="020B0609020204030204" pitchFamily="49" charset="0"/>
              </a:rPr>
              <a:t>out</a:t>
            </a:r>
            <a:r>
              <a:rPr lang="en-US" sz="1800" b="0" dirty="0" err="1">
                <a:solidFill>
                  <a:srgbClr val="BBBEBF"/>
                </a:solidFill>
                <a:effectLst/>
                <a:latin typeface="Consolas" panose="020B0609020204030204" pitchFamily="49" charset="0"/>
              </a:rPr>
              <a:t>.</a:t>
            </a:r>
            <a:r>
              <a:rPr lang="en-US" sz="1800" b="0" dirty="0" err="1">
                <a:solidFill>
                  <a:srgbClr val="D2A8FF"/>
                </a:solidFill>
                <a:effectLst/>
                <a:latin typeface="Consolas" panose="020B0609020204030204" pitchFamily="49" charset="0"/>
              </a:rPr>
              <a:t>println</a:t>
            </a:r>
            <a:r>
              <a:rPr lang="en-US" sz="1800" b="0" dirty="0">
                <a:solidFill>
                  <a:srgbClr val="BBBEBF"/>
                </a:solidFill>
                <a:effectLst/>
                <a:latin typeface="Consolas" panose="020B0609020204030204" pitchFamily="49" charset="0"/>
              </a:rPr>
              <a:t>(</a:t>
            </a:r>
            <a:r>
              <a:rPr lang="en-US" sz="1800" b="0" dirty="0">
                <a:solidFill>
                  <a:srgbClr val="A5D6FF"/>
                </a:solidFill>
                <a:effectLst/>
                <a:latin typeface="Consolas" panose="020B0609020204030204" pitchFamily="49" charset="0"/>
              </a:rPr>
              <a:t>"Robot code is running!"</a:t>
            </a:r>
            <a:r>
              <a:rPr lang="en-US" sz="1800" b="0" dirty="0">
                <a:solidFill>
                  <a:srgbClr val="BBBEBF"/>
                </a:solidFill>
                <a:effectLst/>
                <a:latin typeface="Consolas" panose="020B0609020204030204" pitchFamily="49" charset="0"/>
              </a:rPr>
              <a:t>);</a:t>
            </a:r>
          </a:p>
          <a:p>
            <a:pPr>
              <a:lnSpc>
                <a:spcPct val="150000"/>
              </a:lnSpc>
              <a:buNone/>
            </a:pPr>
            <a:r>
              <a:rPr lang="en-US" sz="1800" b="0" dirty="0">
                <a:solidFill>
                  <a:srgbClr val="BBBEBF"/>
                </a:solidFill>
                <a:effectLst/>
                <a:latin typeface="Consolas" panose="020B0609020204030204" pitchFamily="49" charset="0"/>
              </a:rPr>
              <a:t>    }</a:t>
            </a:r>
          </a:p>
          <a:p>
            <a:pPr>
              <a:lnSpc>
                <a:spcPct val="150000"/>
              </a:lnSpc>
              <a:buNone/>
            </a:pPr>
            <a:r>
              <a:rPr lang="en-US" sz="1800" b="0" dirty="0">
                <a:solidFill>
                  <a:srgbClr val="BBBEBF"/>
                </a:solidFill>
                <a:effectLst/>
                <a:latin typeface="Consolas" panose="020B0609020204030204" pitchFamily="49" charset="0"/>
              </a:rPr>
              <a:t>}</a:t>
            </a:r>
          </a:p>
        </p:txBody>
      </p:sp>
      <p:sp>
        <p:nvSpPr>
          <p:cNvPr id="14" name="Callout: Line with Border and Accent Bar 13">
            <a:extLst>
              <a:ext uri="{FF2B5EF4-FFF2-40B4-BE49-F238E27FC236}">
                <a16:creationId xmlns:a16="http://schemas.microsoft.com/office/drawing/2014/main" id="{8F8543E8-70F0-8EDB-BC4C-78037FD02FE1}"/>
              </a:ext>
            </a:extLst>
          </p:cNvPr>
          <p:cNvSpPr/>
          <p:nvPr/>
        </p:nvSpPr>
        <p:spPr>
          <a:xfrm flipH="1">
            <a:off x="499269" y="1722480"/>
            <a:ext cx="1659731" cy="931724"/>
          </a:xfrm>
          <a:prstGeom prst="accentBorderCallout1">
            <a:avLst>
              <a:gd name="adj1" fmla="val 18750"/>
              <a:gd name="adj2" fmla="val -8333"/>
              <a:gd name="adj3" fmla="val 97961"/>
              <a:gd name="adj4" fmla="val -33805"/>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sz="1400" b="1" dirty="0">
                <a:solidFill>
                  <a:schemeClr val="tx1"/>
                </a:solidFill>
              </a:rPr>
              <a:t>The class.</a:t>
            </a:r>
            <a:r>
              <a:rPr lang="en-US" sz="1400" dirty="0">
                <a:solidFill>
                  <a:schemeClr val="tx1"/>
                </a:solidFill>
              </a:rPr>
              <a:t> Its name must match the file name</a:t>
            </a:r>
          </a:p>
        </p:txBody>
      </p:sp>
      <p:sp>
        <p:nvSpPr>
          <p:cNvPr id="17" name="Callout: Line with Border and Accent Bar 16">
            <a:extLst>
              <a:ext uri="{FF2B5EF4-FFF2-40B4-BE49-F238E27FC236}">
                <a16:creationId xmlns:a16="http://schemas.microsoft.com/office/drawing/2014/main" id="{5BE434E5-681C-BF5D-1BE3-1D1F6F9A9F11}"/>
              </a:ext>
            </a:extLst>
          </p:cNvPr>
          <p:cNvSpPr/>
          <p:nvPr/>
        </p:nvSpPr>
        <p:spPr>
          <a:xfrm>
            <a:off x="9897269" y="2810933"/>
            <a:ext cx="1659731" cy="1312334"/>
          </a:xfrm>
          <a:prstGeom prst="accentBorderCallout1">
            <a:avLst>
              <a:gd name="adj1" fmla="val 18750"/>
              <a:gd name="adj2" fmla="val -8333"/>
              <a:gd name="adj3" fmla="val 19811"/>
              <a:gd name="adj4" fmla="val -85328"/>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r>
              <a:rPr lang="en-US" sz="1400" b="1" dirty="0">
                <a:solidFill>
                  <a:schemeClr val="tx1"/>
                </a:solidFill>
              </a:rPr>
              <a:t>The starting line.</a:t>
            </a:r>
            <a:r>
              <a:rPr lang="en-US" sz="1400" dirty="0">
                <a:solidFill>
                  <a:schemeClr val="tx1"/>
                </a:solidFill>
              </a:rPr>
              <a:t> Java begins running here. Every word of this makes sense eventually.</a:t>
            </a:r>
          </a:p>
        </p:txBody>
      </p:sp>
      <p:sp>
        <p:nvSpPr>
          <p:cNvPr id="19" name="Callout: Line with Border and Accent Bar 18">
            <a:extLst>
              <a:ext uri="{FF2B5EF4-FFF2-40B4-BE49-F238E27FC236}">
                <a16:creationId xmlns:a16="http://schemas.microsoft.com/office/drawing/2014/main" id="{0B54143A-61D6-341D-999D-D7DEAF970E4B}"/>
              </a:ext>
            </a:extLst>
          </p:cNvPr>
          <p:cNvSpPr/>
          <p:nvPr/>
        </p:nvSpPr>
        <p:spPr>
          <a:xfrm>
            <a:off x="6442870" y="4853918"/>
            <a:ext cx="1879864" cy="903416"/>
          </a:xfrm>
          <a:prstGeom prst="accentBorderCallout1">
            <a:avLst>
              <a:gd name="adj1" fmla="val 18750"/>
              <a:gd name="adj2" fmla="val -8333"/>
              <a:gd name="adj3" fmla="val -125432"/>
              <a:gd name="adj4" fmla="val -42170"/>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r>
              <a:rPr lang="en-US" sz="1400" b="1" dirty="0">
                <a:solidFill>
                  <a:schemeClr val="tx1"/>
                </a:solidFill>
              </a:rPr>
              <a:t>A statement.</a:t>
            </a:r>
            <a:r>
              <a:rPr lang="en-US" sz="1400" dirty="0">
                <a:solidFill>
                  <a:schemeClr val="tx1"/>
                </a:solidFill>
              </a:rPr>
              <a:t> Prints one line, and ends with a semicolon</a:t>
            </a:r>
          </a:p>
        </p:txBody>
      </p:sp>
      <p:sp>
        <p:nvSpPr>
          <p:cNvPr id="21" name="Callout: Line with Border and Accent Bar 20">
            <a:extLst>
              <a:ext uri="{FF2B5EF4-FFF2-40B4-BE49-F238E27FC236}">
                <a16:creationId xmlns:a16="http://schemas.microsoft.com/office/drawing/2014/main" id="{7FB38B45-9E1E-417D-EB18-91A6E34E7047}"/>
              </a:ext>
            </a:extLst>
          </p:cNvPr>
          <p:cNvSpPr/>
          <p:nvPr/>
        </p:nvSpPr>
        <p:spPr>
          <a:xfrm flipH="1">
            <a:off x="186134" y="3950502"/>
            <a:ext cx="1879864" cy="903416"/>
          </a:xfrm>
          <a:prstGeom prst="accentBorderCallout1">
            <a:avLst>
              <a:gd name="adj1" fmla="val 18750"/>
              <a:gd name="adj2" fmla="val -8333"/>
              <a:gd name="adj3" fmla="val 40450"/>
              <a:gd name="adj4" fmla="val -34513"/>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r>
              <a:rPr lang="en-US" sz="1400" b="1" dirty="0">
                <a:solidFill>
                  <a:schemeClr val="tx1"/>
                </a:solidFill>
              </a:rPr>
              <a:t>Braces group things.</a:t>
            </a:r>
          </a:p>
          <a:p>
            <a:r>
              <a:rPr lang="en-US" sz="1400" dirty="0">
                <a:solidFill>
                  <a:schemeClr val="tx1"/>
                </a:solidFill>
              </a:rPr>
              <a:t>Every one that opens must close</a:t>
            </a:r>
          </a:p>
        </p:txBody>
      </p:sp>
    </p:spTree>
    <p:extLst>
      <p:ext uri="{BB962C8B-B14F-4D97-AF65-F5344CB8AC3E}">
        <p14:creationId xmlns:p14="http://schemas.microsoft.com/office/powerpoint/2010/main" val="936221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C5AB2-C1E4-D803-F9D7-A2AC6111E5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F5FFD5C-FE91-0F4A-C916-00E1E267FE15}"/>
              </a:ext>
            </a:extLst>
          </p:cNvPr>
          <p:cNvSpPr>
            <a:spLocks noGrp="1"/>
          </p:cNvSpPr>
          <p:nvPr>
            <p:ph type="title"/>
          </p:nvPr>
        </p:nvSpPr>
        <p:spPr>
          <a:xfrm>
            <a:off x="321469" y="272257"/>
            <a:ext cx="11544300" cy="931724"/>
          </a:xfrm>
        </p:spPr>
        <p:txBody>
          <a:bodyPr anchor="ctr">
            <a:normAutofit/>
          </a:bodyPr>
          <a:lstStyle/>
          <a:p>
            <a:r>
              <a:rPr lang="en-US" dirty="0"/>
              <a:t>Four rules that bite</a:t>
            </a:r>
          </a:p>
        </p:txBody>
      </p:sp>
      <p:sp>
        <p:nvSpPr>
          <p:cNvPr id="6" name="Content Placeholder 5">
            <a:extLst>
              <a:ext uri="{FF2B5EF4-FFF2-40B4-BE49-F238E27FC236}">
                <a16:creationId xmlns:a16="http://schemas.microsoft.com/office/drawing/2014/main" id="{F77F1801-470B-2071-A417-F9E4D3AD4189}"/>
              </a:ext>
            </a:extLst>
          </p:cNvPr>
          <p:cNvSpPr>
            <a:spLocks noGrp="1"/>
          </p:cNvSpPr>
          <p:nvPr>
            <p:ph idx="1"/>
          </p:nvPr>
        </p:nvSpPr>
        <p:spPr>
          <a:xfrm>
            <a:off x="1079499" y="1261261"/>
            <a:ext cx="5219701" cy="1964531"/>
          </a:xfrm>
        </p:spPr>
        <p:txBody>
          <a:bodyPr>
            <a:noAutofit/>
          </a:bodyPr>
          <a:lstStyle/>
          <a:p>
            <a:pPr marL="0" indent="0">
              <a:buNone/>
            </a:pPr>
            <a:r>
              <a:rPr lang="en-US" sz="2000" b="1" u="sng" dirty="0"/>
              <a:t>Name the file after the class</a:t>
            </a:r>
          </a:p>
          <a:p>
            <a:pPr marL="0" indent="0">
              <a:buNone/>
            </a:pPr>
            <a:r>
              <a:rPr kumimoji="0" lang="en-US" sz="1600" b="0" i="0" u="none" strike="noStrike" kern="1200" cap="none" spc="0" normalizeH="0" baseline="0" noProof="0" dirty="0">
                <a:ln>
                  <a:noFill/>
                </a:ln>
                <a:solidFill>
                  <a:srgbClr val="569CD6"/>
                </a:solidFill>
                <a:effectLst/>
                <a:highlight>
                  <a:srgbClr val="000000"/>
                </a:highlight>
                <a:uLnTx/>
                <a:uFillTx/>
                <a:latin typeface="Consolas" panose="020B0609020204030204" pitchFamily="49" charset="0"/>
                <a:ea typeface="+mn-ea"/>
                <a:cs typeface="+mn-cs"/>
              </a:rPr>
              <a:t>class</a:t>
            </a:r>
            <a:r>
              <a:rPr kumimoji="0" lang="en-US" sz="1600" b="0" i="0" u="none" strike="noStrike" kern="1200" cap="none" spc="0" normalizeH="0" baseline="0" noProof="0" dirty="0">
                <a:ln>
                  <a:noFill/>
                </a:ln>
                <a:solidFill>
                  <a:srgbClr val="BBBEBF"/>
                </a:solidFill>
                <a:effectLst/>
                <a:highlight>
                  <a:srgbClr val="000000"/>
                </a:highlight>
                <a:uLnTx/>
                <a:uFillTx/>
                <a:latin typeface="Consolas" panose="020B0609020204030204" pitchFamily="49" charset="0"/>
                <a:ea typeface="+mn-ea"/>
                <a:cs typeface="+mn-cs"/>
              </a:rPr>
              <a:t> </a:t>
            </a:r>
            <a:r>
              <a:rPr kumimoji="0" lang="en-US" sz="1600" b="0" i="0" u="none" strike="noStrike" kern="1200" cap="none" spc="0" normalizeH="0" baseline="0" noProof="0" dirty="0" err="1">
                <a:ln>
                  <a:noFill/>
                </a:ln>
                <a:solidFill>
                  <a:srgbClr val="4EC9B0"/>
                </a:solidFill>
                <a:effectLst/>
                <a:highlight>
                  <a:srgbClr val="000000"/>
                </a:highlight>
                <a:uLnTx/>
                <a:uFillTx/>
                <a:latin typeface="Consolas" panose="020B0609020204030204" pitchFamily="49" charset="0"/>
                <a:ea typeface="+mn-ea"/>
                <a:cs typeface="+mn-cs"/>
              </a:rPr>
              <a:t>hellorobot</a:t>
            </a:r>
            <a:r>
              <a:rPr lang="en-US" sz="1800" dirty="0"/>
              <a:t> inside </a:t>
            </a:r>
            <a:r>
              <a:rPr lang="en-US" sz="1600" dirty="0">
                <a:solidFill>
                  <a:srgbClr val="4EC9B0"/>
                </a:solidFill>
                <a:highlight>
                  <a:srgbClr val="000000"/>
                </a:highlight>
                <a:latin typeface="Consolas" panose="020B0609020204030204" pitchFamily="49" charset="0"/>
              </a:rPr>
              <a:t>HelloRobot.java</a:t>
            </a:r>
            <a:endParaRPr lang="en-US" sz="1800" dirty="0">
              <a:latin typeface="Consolas" panose="020B0609020204030204" pitchFamily="49" charset="0"/>
            </a:endParaRPr>
          </a:p>
          <a:p>
            <a:pPr marL="0" indent="0">
              <a:buNone/>
            </a:pPr>
            <a:r>
              <a:rPr lang="en-US" sz="1400" dirty="0"/>
              <a:t>Error:</a:t>
            </a:r>
          </a:p>
        </p:txBody>
      </p:sp>
      <p:sp>
        <p:nvSpPr>
          <p:cNvPr id="8" name="Content Placeholder 5">
            <a:extLst>
              <a:ext uri="{FF2B5EF4-FFF2-40B4-BE49-F238E27FC236}">
                <a16:creationId xmlns:a16="http://schemas.microsoft.com/office/drawing/2014/main" id="{3E66055C-0C3B-1CE0-B258-A92592FA276C}"/>
              </a:ext>
            </a:extLst>
          </p:cNvPr>
          <p:cNvSpPr txBox="1">
            <a:spLocks/>
          </p:cNvSpPr>
          <p:nvPr/>
        </p:nvSpPr>
        <p:spPr>
          <a:xfrm>
            <a:off x="6299200" y="1261260"/>
            <a:ext cx="5219701" cy="11236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u="sng" dirty="0"/>
              <a:t>Every statement ends in a semicolon</a:t>
            </a:r>
          </a:p>
          <a:p>
            <a:pPr marL="0" indent="0">
              <a:buNone/>
            </a:pPr>
            <a:r>
              <a:rPr lang="en-US" sz="1600" dirty="0" err="1">
                <a:solidFill>
                  <a:srgbClr val="C9D1D9"/>
                </a:solidFill>
                <a:highlight>
                  <a:srgbClr val="000000"/>
                </a:highlight>
                <a:latin typeface="Consolas" panose="020B0609020204030204" pitchFamily="49" charset="0"/>
              </a:rPr>
              <a:t>System</a:t>
            </a:r>
            <a:r>
              <a:rPr lang="en-US" sz="1600" dirty="0" err="1">
                <a:solidFill>
                  <a:srgbClr val="BBBEBF"/>
                </a:solidFill>
                <a:highlight>
                  <a:srgbClr val="000000"/>
                </a:highlight>
                <a:latin typeface="Consolas" panose="020B0609020204030204" pitchFamily="49" charset="0"/>
              </a:rPr>
              <a:t>.</a:t>
            </a:r>
            <a:r>
              <a:rPr lang="en-US" sz="1600" dirty="0" err="1">
                <a:solidFill>
                  <a:srgbClr val="C9D1D9"/>
                </a:solidFill>
                <a:highlight>
                  <a:srgbClr val="000000"/>
                </a:highlight>
                <a:latin typeface="Consolas" panose="020B0609020204030204" pitchFamily="49" charset="0"/>
              </a:rPr>
              <a:t>out</a:t>
            </a:r>
            <a:r>
              <a:rPr lang="en-US" sz="1600" dirty="0" err="1">
                <a:solidFill>
                  <a:srgbClr val="BBBEBF"/>
                </a:solidFill>
                <a:highlight>
                  <a:srgbClr val="000000"/>
                </a:highlight>
                <a:latin typeface="Consolas" panose="020B0609020204030204" pitchFamily="49" charset="0"/>
              </a:rPr>
              <a:t>.</a:t>
            </a:r>
            <a:r>
              <a:rPr lang="en-US" sz="1600" dirty="0" err="1">
                <a:solidFill>
                  <a:srgbClr val="D2A8FF"/>
                </a:solidFill>
                <a:highlight>
                  <a:srgbClr val="000000"/>
                </a:highlight>
                <a:latin typeface="Consolas" panose="020B0609020204030204" pitchFamily="49" charset="0"/>
              </a:rPr>
              <a:t>println</a:t>
            </a:r>
            <a:r>
              <a:rPr lang="en-US" sz="1600" dirty="0">
                <a:solidFill>
                  <a:srgbClr val="BBBEBF"/>
                </a:solidFill>
                <a:highlight>
                  <a:srgbClr val="000000"/>
                </a:highlight>
                <a:latin typeface="Consolas" panose="020B0609020204030204" pitchFamily="49" charset="0"/>
              </a:rPr>
              <a:t>(</a:t>
            </a:r>
            <a:r>
              <a:rPr lang="en-US" sz="1600" dirty="0">
                <a:solidFill>
                  <a:srgbClr val="A5D6FF"/>
                </a:solidFill>
                <a:highlight>
                  <a:srgbClr val="000000"/>
                </a:highlight>
                <a:latin typeface="Consolas" panose="020B0609020204030204" pitchFamily="49" charset="0"/>
              </a:rPr>
              <a:t>“hi!"</a:t>
            </a:r>
            <a:r>
              <a:rPr lang="en-US" sz="1600" dirty="0">
                <a:solidFill>
                  <a:srgbClr val="BBBEBF"/>
                </a:solidFill>
                <a:highlight>
                  <a:srgbClr val="000000"/>
                </a:highlight>
                <a:latin typeface="Consolas" panose="020B0609020204030204" pitchFamily="49" charset="0"/>
              </a:rPr>
              <a:t>)</a:t>
            </a:r>
            <a:endParaRPr lang="en-US" sz="1800" dirty="0"/>
          </a:p>
          <a:p>
            <a:pPr marL="0" indent="0">
              <a:buFont typeface="Arial" panose="020B0604020202020204" pitchFamily="34" charset="0"/>
              <a:buNone/>
            </a:pPr>
            <a:r>
              <a:rPr lang="en-US" sz="1400" dirty="0"/>
              <a:t>Error:</a:t>
            </a:r>
          </a:p>
        </p:txBody>
      </p:sp>
      <p:sp>
        <p:nvSpPr>
          <p:cNvPr id="10" name="TextBox 9">
            <a:extLst>
              <a:ext uri="{FF2B5EF4-FFF2-40B4-BE49-F238E27FC236}">
                <a16:creationId xmlns:a16="http://schemas.microsoft.com/office/drawing/2014/main" id="{D183713A-325A-D8BE-0108-024D46CD03F1}"/>
              </a:ext>
            </a:extLst>
          </p:cNvPr>
          <p:cNvSpPr txBox="1"/>
          <p:nvPr/>
        </p:nvSpPr>
        <p:spPr>
          <a:xfrm>
            <a:off x="1159934" y="2384897"/>
            <a:ext cx="4597400" cy="1538434"/>
          </a:xfrm>
          <a:prstGeom prst="rect">
            <a:avLst/>
          </a:prstGeom>
          <a:solidFill>
            <a:schemeClr val="tx1"/>
          </a:solidFill>
        </p:spPr>
        <p:txBody>
          <a:bodyPr wrap="square">
            <a:spAutoFit/>
          </a:bodyPr>
          <a:lstStyle/>
          <a:p>
            <a:pPr>
              <a:lnSpc>
                <a:spcPct val="113095"/>
              </a:lnSpc>
              <a:buNone/>
            </a:pPr>
            <a:r>
              <a:rPr lang="en-US" sz="1400" b="0" dirty="0">
                <a:solidFill>
                  <a:schemeClr val="bg1"/>
                </a:solidFill>
                <a:effectLst/>
                <a:latin typeface="Consolas" panose="020B0609020204030204" pitchFamily="49" charset="0"/>
              </a:rPr>
              <a:t>HelloRobot.java:1: error: class </a:t>
            </a:r>
            <a:r>
              <a:rPr lang="en-US" sz="1400" b="0" dirty="0" err="1">
                <a:solidFill>
                  <a:schemeClr val="bg1"/>
                </a:solidFill>
                <a:effectLst/>
                <a:latin typeface="Consolas" panose="020B0609020204030204" pitchFamily="49" charset="0"/>
              </a:rPr>
              <a:t>hellorobot</a:t>
            </a:r>
            <a:r>
              <a:rPr lang="en-US" sz="1400" b="0" dirty="0">
                <a:solidFill>
                  <a:schemeClr val="bg1"/>
                </a:solidFill>
                <a:effectLst/>
                <a:latin typeface="Consolas" panose="020B0609020204030204" pitchFamily="49" charset="0"/>
              </a:rPr>
              <a:t> is public, should be declared in a file named helloworld.java</a:t>
            </a:r>
          </a:p>
          <a:p>
            <a:pPr>
              <a:lnSpc>
                <a:spcPct val="113095"/>
              </a:lnSpc>
              <a:buNone/>
            </a:pPr>
            <a:r>
              <a:rPr lang="en-US" sz="1400" b="0" dirty="0">
                <a:solidFill>
                  <a:schemeClr val="bg1"/>
                </a:solidFill>
                <a:effectLst/>
                <a:latin typeface="Consolas" panose="020B0609020204030204" pitchFamily="49" charset="0"/>
              </a:rPr>
              <a:t>public class </a:t>
            </a:r>
            <a:r>
              <a:rPr lang="en-US" sz="1400" b="0" dirty="0" err="1">
                <a:solidFill>
                  <a:schemeClr val="bg1"/>
                </a:solidFill>
                <a:effectLst/>
                <a:latin typeface="Consolas" panose="020B0609020204030204" pitchFamily="49" charset="0"/>
              </a:rPr>
              <a:t>helloworld</a:t>
            </a:r>
            <a:r>
              <a:rPr lang="en-US" sz="1400" b="0" dirty="0">
                <a:solidFill>
                  <a:schemeClr val="bg1"/>
                </a:solidFill>
                <a:effectLst/>
                <a:latin typeface="Consolas" panose="020B0609020204030204" pitchFamily="49" charset="0"/>
              </a:rPr>
              <a:t> {</a:t>
            </a:r>
          </a:p>
          <a:p>
            <a:pPr>
              <a:lnSpc>
                <a:spcPct val="113095"/>
              </a:lnSpc>
              <a:buNone/>
            </a:pPr>
            <a:r>
              <a:rPr lang="en-US" sz="1400" b="0" dirty="0">
                <a:solidFill>
                  <a:schemeClr val="bg1"/>
                </a:solidFill>
                <a:effectLst/>
                <a:latin typeface="Consolas" panose="020B0609020204030204" pitchFamily="49" charset="0"/>
              </a:rPr>
              <a:t>       ^</a:t>
            </a:r>
          </a:p>
          <a:p>
            <a:pPr>
              <a:lnSpc>
                <a:spcPct val="113095"/>
              </a:lnSpc>
              <a:buNone/>
            </a:pPr>
            <a:r>
              <a:rPr lang="en-US" sz="1400" b="0" dirty="0">
                <a:solidFill>
                  <a:schemeClr val="bg1"/>
                </a:solidFill>
                <a:effectLst/>
                <a:latin typeface="Consolas" panose="020B0609020204030204" pitchFamily="49" charset="0"/>
              </a:rPr>
              <a:t>1 error</a:t>
            </a:r>
          </a:p>
        </p:txBody>
      </p:sp>
      <p:sp>
        <p:nvSpPr>
          <p:cNvPr id="14" name="TextBox 13">
            <a:extLst>
              <a:ext uri="{FF2B5EF4-FFF2-40B4-BE49-F238E27FC236}">
                <a16:creationId xmlns:a16="http://schemas.microsoft.com/office/drawing/2014/main" id="{B9DC4829-E1E7-4D21-A197-57236CD212FB}"/>
              </a:ext>
            </a:extLst>
          </p:cNvPr>
          <p:cNvSpPr txBox="1"/>
          <p:nvPr/>
        </p:nvSpPr>
        <p:spPr>
          <a:xfrm>
            <a:off x="6379635" y="2384897"/>
            <a:ext cx="4597400" cy="1051506"/>
          </a:xfrm>
          <a:prstGeom prst="rect">
            <a:avLst/>
          </a:prstGeom>
          <a:solidFill>
            <a:schemeClr val="tx1"/>
          </a:solidFill>
        </p:spPr>
        <p:txBody>
          <a:bodyPr wrap="square">
            <a:spAutoFit/>
          </a:bodyPr>
          <a:lstStyle/>
          <a:p>
            <a:pPr>
              <a:lnSpc>
                <a:spcPct val="113095"/>
              </a:lnSpc>
              <a:buNone/>
            </a:pPr>
            <a:r>
              <a:rPr lang="en-US" sz="1400" b="0" dirty="0">
                <a:solidFill>
                  <a:schemeClr val="bg1"/>
                </a:solidFill>
                <a:effectLst/>
                <a:latin typeface="Consolas" panose="020B0609020204030204" pitchFamily="49" charset="0"/>
              </a:rPr>
              <a:t>HelloRobot.java:3: error: ';' expected</a:t>
            </a:r>
          </a:p>
          <a:p>
            <a:pPr>
              <a:lnSpc>
                <a:spcPct val="113095"/>
              </a:lnSpc>
              <a:buNone/>
            </a:pPr>
            <a:r>
              <a:rPr lang="en-US" sz="1400" b="0" dirty="0">
                <a:solidFill>
                  <a:schemeClr val="bg1"/>
                </a:solidFill>
                <a:effectLst/>
                <a:latin typeface="Consolas" panose="020B0609020204030204" pitchFamily="49" charset="0"/>
              </a:rPr>
              <a:t>        </a:t>
            </a:r>
            <a:r>
              <a:rPr lang="en-US" sz="1400" b="0" dirty="0" err="1">
                <a:solidFill>
                  <a:schemeClr val="bg1"/>
                </a:solidFill>
                <a:effectLst/>
                <a:latin typeface="Consolas" panose="020B0609020204030204" pitchFamily="49" charset="0"/>
              </a:rPr>
              <a:t>System.out.println</a:t>
            </a:r>
            <a:r>
              <a:rPr lang="en-US" sz="1400" b="0" dirty="0">
                <a:solidFill>
                  <a:schemeClr val="bg1"/>
                </a:solidFill>
                <a:effectLst/>
                <a:latin typeface="Consolas" panose="020B0609020204030204" pitchFamily="49" charset="0"/>
              </a:rPr>
              <a:t>(“hi!")</a:t>
            </a:r>
          </a:p>
          <a:p>
            <a:pPr>
              <a:lnSpc>
                <a:spcPct val="113095"/>
              </a:lnSpc>
              <a:buNone/>
            </a:pPr>
            <a:r>
              <a:rPr lang="en-US" sz="1400" b="0" dirty="0">
                <a:solidFill>
                  <a:schemeClr val="bg1"/>
                </a:solidFill>
                <a:effectLst/>
                <a:latin typeface="Consolas" panose="020B0609020204030204" pitchFamily="49" charset="0"/>
              </a:rPr>
              <a:t>                                 ^</a:t>
            </a:r>
          </a:p>
          <a:p>
            <a:pPr>
              <a:lnSpc>
                <a:spcPct val="113095"/>
              </a:lnSpc>
              <a:buNone/>
            </a:pPr>
            <a:r>
              <a:rPr lang="en-US" sz="1400" b="0" dirty="0">
                <a:solidFill>
                  <a:schemeClr val="bg1"/>
                </a:solidFill>
                <a:effectLst/>
                <a:latin typeface="Consolas" panose="020B0609020204030204" pitchFamily="49" charset="0"/>
              </a:rPr>
              <a:t>1 error</a:t>
            </a:r>
          </a:p>
        </p:txBody>
      </p:sp>
      <p:sp>
        <p:nvSpPr>
          <p:cNvPr id="15" name="Content Placeholder 5">
            <a:extLst>
              <a:ext uri="{FF2B5EF4-FFF2-40B4-BE49-F238E27FC236}">
                <a16:creationId xmlns:a16="http://schemas.microsoft.com/office/drawing/2014/main" id="{EBD66BA6-68BD-8281-EB24-3557E121AE8D}"/>
              </a:ext>
            </a:extLst>
          </p:cNvPr>
          <p:cNvSpPr txBox="1">
            <a:spLocks/>
          </p:cNvSpPr>
          <p:nvPr/>
        </p:nvSpPr>
        <p:spPr>
          <a:xfrm>
            <a:off x="1079499" y="4125959"/>
            <a:ext cx="5219701" cy="11236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u="sng" dirty="0"/>
              <a:t>Braces come in pairs </a:t>
            </a:r>
          </a:p>
          <a:p>
            <a:pPr marL="0" indent="0">
              <a:buFont typeface="Arial" panose="020B0604020202020204" pitchFamily="34" charset="0"/>
              <a:buNone/>
            </a:pPr>
            <a:r>
              <a:rPr lang="en-US" sz="1800" dirty="0"/>
              <a:t>a missing </a:t>
            </a:r>
            <a:r>
              <a:rPr lang="en-US" sz="1600" dirty="0">
                <a:solidFill>
                  <a:schemeClr val="bg1"/>
                </a:solidFill>
                <a:highlight>
                  <a:srgbClr val="000000"/>
                </a:highlight>
                <a:latin typeface="Consolas" panose="020B0609020204030204" pitchFamily="49" charset="0"/>
                <a:ea typeface="+mn-ea"/>
              </a:rPr>
              <a:t>}</a:t>
            </a:r>
            <a:r>
              <a:rPr lang="en-US" sz="1800" dirty="0"/>
              <a:t> in the end</a:t>
            </a:r>
            <a:endParaRPr lang="en-US" sz="1800" dirty="0">
              <a:latin typeface="Consolas" panose="020B0609020204030204" pitchFamily="49" charset="0"/>
            </a:endParaRPr>
          </a:p>
          <a:p>
            <a:pPr marL="0" indent="0">
              <a:buFont typeface="Arial" panose="020B0604020202020204" pitchFamily="34" charset="0"/>
              <a:buNone/>
            </a:pPr>
            <a:r>
              <a:rPr lang="en-US" sz="1400" dirty="0"/>
              <a:t>Error:</a:t>
            </a:r>
          </a:p>
        </p:txBody>
      </p:sp>
      <p:sp>
        <p:nvSpPr>
          <p:cNvPr id="16" name="Content Placeholder 5">
            <a:extLst>
              <a:ext uri="{FF2B5EF4-FFF2-40B4-BE49-F238E27FC236}">
                <a16:creationId xmlns:a16="http://schemas.microsoft.com/office/drawing/2014/main" id="{921BD8B6-8055-30B0-7FAC-173EB8DCB35A}"/>
              </a:ext>
            </a:extLst>
          </p:cNvPr>
          <p:cNvSpPr txBox="1">
            <a:spLocks/>
          </p:cNvSpPr>
          <p:nvPr/>
        </p:nvSpPr>
        <p:spPr>
          <a:xfrm>
            <a:off x="6299200" y="4125957"/>
            <a:ext cx="5219701" cy="11236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u="sng" dirty="0"/>
              <a:t>Java is case sensitive</a:t>
            </a:r>
          </a:p>
          <a:p>
            <a:pPr marL="0" indent="0">
              <a:buNone/>
            </a:pPr>
            <a:r>
              <a:rPr lang="en-US" sz="1600" dirty="0" err="1">
                <a:solidFill>
                  <a:srgbClr val="569CD6"/>
                </a:solidFill>
                <a:highlight>
                  <a:srgbClr val="000000"/>
                </a:highlight>
                <a:latin typeface="Consolas" panose="020B0609020204030204" pitchFamily="49" charset="0"/>
              </a:rPr>
              <a:t>leftspped</a:t>
            </a:r>
            <a:r>
              <a:rPr lang="en-US" sz="1800" dirty="0"/>
              <a:t> when you declared </a:t>
            </a:r>
            <a:r>
              <a:rPr lang="en-US" sz="1600" dirty="0" err="1">
                <a:solidFill>
                  <a:srgbClr val="4EC9B0"/>
                </a:solidFill>
                <a:highlight>
                  <a:srgbClr val="000000"/>
                </a:highlight>
                <a:latin typeface="Consolas" panose="020B0609020204030204" pitchFamily="49" charset="0"/>
              </a:rPr>
              <a:t>leftSpeed</a:t>
            </a:r>
            <a:endParaRPr lang="en-US" sz="1600" dirty="0"/>
          </a:p>
          <a:p>
            <a:pPr marL="0" indent="0">
              <a:buFont typeface="Arial" panose="020B0604020202020204" pitchFamily="34" charset="0"/>
              <a:buNone/>
            </a:pPr>
            <a:r>
              <a:rPr lang="en-US" sz="1400" dirty="0"/>
              <a:t>Error:</a:t>
            </a:r>
          </a:p>
        </p:txBody>
      </p:sp>
      <p:cxnSp>
        <p:nvCxnSpPr>
          <p:cNvPr id="18" name="Straight Connector 17">
            <a:extLst>
              <a:ext uri="{FF2B5EF4-FFF2-40B4-BE49-F238E27FC236}">
                <a16:creationId xmlns:a16="http://schemas.microsoft.com/office/drawing/2014/main" id="{277C3AF4-9BF5-81C2-C5D8-C128B59B5894}"/>
              </a:ext>
            </a:extLst>
          </p:cNvPr>
          <p:cNvCxnSpPr/>
          <p:nvPr/>
        </p:nvCxnSpPr>
        <p:spPr>
          <a:xfrm>
            <a:off x="6096000" y="1464468"/>
            <a:ext cx="0" cy="4919399"/>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EDB6013-4261-2072-3975-B79924840528}"/>
              </a:ext>
            </a:extLst>
          </p:cNvPr>
          <p:cNvCxnSpPr>
            <a:cxnSpLocks/>
          </p:cNvCxnSpPr>
          <p:nvPr/>
        </p:nvCxnSpPr>
        <p:spPr>
          <a:xfrm>
            <a:off x="872067" y="3991898"/>
            <a:ext cx="10646834"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ECFBB771-2321-ED61-0448-A300510E27D1}"/>
              </a:ext>
            </a:extLst>
          </p:cNvPr>
          <p:cNvSpPr txBox="1"/>
          <p:nvPr/>
        </p:nvSpPr>
        <p:spPr>
          <a:xfrm>
            <a:off x="1185334" y="5219008"/>
            <a:ext cx="4597400" cy="1294970"/>
          </a:xfrm>
          <a:prstGeom prst="rect">
            <a:avLst/>
          </a:prstGeom>
          <a:solidFill>
            <a:schemeClr val="tx1"/>
          </a:solidFill>
        </p:spPr>
        <p:txBody>
          <a:bodyPr wrap="square">
            <a:spAutoFit/>
          </a:bodyPr>
          <a:lstStyle/>
          <a:p>
            <a:pPr>
              <a:lnSpc>
                <a:spcPct val="113095"/>
              </a:lnSpc>
              <a:buNone/>
            </a:pPr>
            <a:r>
              <a:rPr lang="en-US" sz="1400" b="0" dirty="0">
                <a:solidFill>
                  <a:schemeClr val="bg1"/>
                </a:solidFill>
                <a:effectLst/>
                <a:latin typeface="Consolas" panose="020B0609020204030204" pitchFamily="49" charset="0"/>
              </a:rPr>
              <a:t>HelloRobot.java:5: error: reached end of file while parsing</a:t>
            </a:r>
          </a:p>
          <a:p>
            <a:pPr>
              <a:lnSpc>
                <a:spcPct val="113095"/>
              </a:lnSpc>
              <a:buNone/>
            </a:pPr>
            <a:r>
              <a:rPr lang="en-US" sz="1400" b="0" dirty="0">
                <a:solidFill>
                  <a:schemeClr val="bg1"/>
                </a:solidFill>
                <a:effectLst/>
                <a:latin typeface="Consolas" panose="020B0609020204030204" pitchFamily="49" charset="0"/>
              </a:rPr>
              <a:t>}</a:t>
            </a:r>
          </a:p>
          <a:p>
            <a:pPr>
              <a:lnSpc>
                <a:spcPct val="113095"/>
              </a:lnSpc>
              <a:buNone/>
            </a:pPr>
            <a:r>
              <a:rPr lang="en-US" sz="1400" b="0" dirty="0">
                <a:solidFill>
                  <a:schemeClr val="bg1"/>
                </a:solidFill>
                <a:effectLst/>
                <a:latin typeface="Consolas" panose="020B0609020204030204" pitchFamily="49" charset="0"/>
              </a:rPr>
              <a:t> ^</a:t>
            </a:r>
          </a:p>
          <a:p>
            <a:pPr>
              <a:lnSpc>
                <a:spcPct val="113095"/>
              </a:lnSpc>
              <a:buNone/>
            </a:pPr>
            <a:r>
              <a:rPr lang="en-US" sz="1400" b="0" dirty="0">
                <a:solidFill>
                  <a:schemeClr val="bg1"/>
                </a:solidFill>
                <a:effectLst/>
                <a:latin typeface="Consolas" panose="020B0609020204030204" pitchFamily="49" charset="0"/>
              </a:rPr>
              <a:t>1 error</a:t>
            </a:r>
          </a:p>
        </p:txBody>
      </p:sp>
      <p:sp>
        <p:nvSpPr>
          <p:cNvPr id="25" name="TextBox 24">
            <a:extLst>
              <a:ext uri="{FF2B5EF4-FFF2-40B4-BE49-F238E27FC236}">
                <a16:creationId xmlns:a16="http://schemas.microsoft.com/office/drawing/2014/main" id="{5221EB4A-728E-113C-117C-ADC99E2CF217}"/>
              </a:ext>
            </a:extLst>
          </p:cNvPr>
          <p:cNvSpPr txBox="1"/>
          <p:nvPr/>
        </p:nvSpPr>
        <p:spPr>
          <a:xfrm>
            <a:off x="6379635" y="5146834"/>
            <a:ext cx="4597400" cy="1538434"/>
          </a:xfrm>
          <a:prstGeom prst="rect">
            <a:avLst/>
          </a:prstGeom>
          <a:solidFill>
            <a:schemeClr val="tx1"/>
          </a:solidFill>
        </p:spPr>
        <p:txBody>
          <a:bodyPr wrap="square">
            <a:spAutoFit/>
          </a:bodyPr>
          <a:lstStyle/>
          <a:p>
            <a:pPr>
              <a:lnSpc>
                <a:spcPct val="113095"/>
              </a:lnSpc>
              <a:buNone/>
            </a:pPr>
            <a:r>
              <a:rPr lang="en-US" sz="1400" b="0" dirty="0">
                <a:solidFill>
                  <a:schemeClr val="bg1"/>
                </a:solidFill>
                <a:effectLst/>
                <a:latin typeface="Consolas" panose="020B0609020204030204" pitchFamily="49" charset="0"/>
              </a:rPr>
              <a:t>HelloRobot.java:5: error: cannot find symbol</a:t>
            </a:r>
          </a:p>
          <a:p>
            <a:pPr>
              <a:lnSpc>
                <a:spcPct val="113095"/>
              </a:lnSpc>
              <a:buNone/>
            </a:pPr>
            <a:r>
              <a:rPr lang="en-US" sz="1400" b="0" dirty="0">
                <a:solidFill>
                  <a:schemeClr val="bg1"/>
                </a:solidFill>
                <a:effectLst/>
                <a:latin typeface="Consolas" panose="020B0609020204030204" pitchFamily="49" charset="0"/>
              </a:rPr>
              <a:t>        </a:t>
            </a:r>
            <a:r>
              <a:rPr lang="en-US" sz="1400" b="0" dirty="0" err="1">
                <a:solidFill>
                  <a:schemeClr val="bg1"/>
                </a:solidFill>
                <a:effectLst/>
                <a:latin typeface="Consolas" panose="020B0609020204030204" pitchFamily="49" charset="0"/>
              </a:rPr>
              <a:t>leftspeed</a:t>
            </a:r>
            <a:r>
              <a:rPr lang="en-US" sz="1400" b="0" dirty="0">
                <a:solidFill>
                  <a:schemeClr val="bg1"/>
                </a:solidFill>
                <a:effectLst/>
                <a:latin typeface="Consolas" panose="020B0609020204030204" pitchFamily="49" charset="0"/>
              </a:rPr>
              <a:t> = 5.0;</a:t>
            </a:r>
          </a:p>
          <a:p>
            <a:pPr>
              <a:lnSpc>
                <a:spcPct val="113095"/>
              </a:lnSpc>
              <a:buNone/>
            </a:pPr>
            <a:r>
              <a:rPr lang="en-US" sz="1400" b="0" dirty="0">
                <a:solidFill>
                  <a:schemeClr val="bg1"/>
                </a:solidFill>
                <a:effectLst/>
                <a:latin typeface="Consolas" panose="020B0609020204030204" pitchFamily="49" charset="0"/>
              </a:rPr>
              <a:t>        ^</a:t>
            </a:r>
          </a:p>
          <a:p>
            <a:pPr>
              <a:lnSpc>
                <a:spcPct val="113095"/>
              </a:lnSpc>
              <a:buNone/>
            </a:pPr>
            <a:r>
              <a:rPr lang="en-US" sz="1400" b="0" dirty="0">
                <a:solidFill>
                  <a:schemeClr val="bg1"/>
                </a:solidFill>
                <a:effectLst/>
                <a:latin typeface="Consolas" panose="020B0609020204030204" pitchFamily="49" charset="0"/>
              </a:rPr>
              <a:t>  symbol:   variable </a:t>
            </a:r>
            <a:r>
              <a:rPr lang="en-US" sz="1400" b="0" dirty="0" err="1">
                <a:solidFill>
                  <a:schemeClr val="bg1"/>
                </a:solidFill>
                <a:effectLst/>
                <a:latin typeface="Consolas" panose="020B0609020204030204" pitchFamily="49" charset="0"/>
              </a:rPr>
              <a:t>leftspeed</a:t>
            </a:r>
            <a:endParaRPr lang="en-US" sz="1400" b="0" dirty="0">
              <a:solidFill>
                <a:schemeClr val="bg1"/>
              </a:solidFill>
              <a:effectLst/>
              <a:latin typeface="Consolas" panose="020B0609020204030204" pitchFamily="49" charset="0"/>
            </a:endParaRPr>
          </a:p>
          <a:p>
            <a:pPr>
              <a:lnSpc>
                <a:spcPct val="113095"/>
              </a:lnSpc>
              <a:buNone/>
            </a:pPr>
            <a:r>
              <a:rPr lang="en-US" sz="1400" b="0" dirty="0">
                <a:solidFill>
                  <a:schemeClr val="bg1"/>
                </a:solidFill>
                <a:effectLst/>
                <a:latin typeface="Consolas" panose="020B0609020204030204" pitchFamily="49" charset="0"/>
              </a:rPr>
              <a:t>  location: class </a:t>
            </a:r>
            <a:r>
              <a:rPr lang="en-US" sz="1400" b="0" dirty="0" err="1">
                <a:solidFill>
                  <a:schemeClr val="bg1"/>
                </a:solidFill>
                <a:effectLst/>
                <a:latin typeface="Consolas" panose="020B0609020204030204" pitchFamily="49" charset="0"/>
              </a:rPr>
              <a:t>HelloRobot</a:t>
            </a:r>
            <a:endParaRPr lang="en-US" sz="1400" b="0" dirty="0">
              <a:solidFill>
                <a:schemeClr val="bg1"/>
              </a:solidFill>
              <a:effectLst/>
              <a:latin typeface="Consolas" panose="020B0609020204030204" pitchFamily="49" charset="0"/>
            </a:endParaRPr>
          </a:p>
          <a:p>
            <a:pPr>
              <a:lnSpc>
                <a:spcPct val="113095"/>
              </a:lnSpc>
              <a:buNone/>
            </a:pPr>
            <a:r>
              <a:rPr lang="en-US" sz="1400" b="0" dirty="0">
                <a:solidFill>
                  <a:schemeClr val="bg1"/>
                </a:solidFill>
                <a:effectLst/>
                <a:latin typeface="Consolas" panose="020B0609020204030204" pitchFamily="49" charset="0"/>
              </a:rPr>
              <a:t>1 error</a:t>
            </a:r>
          </a:p>
        </p:txBody>
      </p:sp>
    </p:spTree>
    <p:extLst>
      <p:ext uri="{BB962C8B-B14F-4D97-AF65-F5344CB8AC3E}">
        <p14:creationId xmlns:p14="http://schemas.microsoft.com/office/powerpoint/2010/main" val="2130984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6890C-EF7E-473A-BF76-D196C1BD85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20AAF4-22D0-E27B-55A1-48B21D7E7C23}"/>
              </a:ext>
            </a:extLst>
          </p:cNvPr>
          <p:cNvSpPr>
            <a:spLocks noGrp="1"/>
          </p:cNvSpPr>
          <p:nvPr>
            <p:ph idx="1"/>
          </p:nvPr>
        </p:nvSpPr>
        <p:spPr/>
        <p:txBody>
          <a:bodyPr/>
          <a:lstStyle/>
          <a:p>
            <a:r>
              <a:rPr lang="en-US" dirty="0"/>
              <a:t>The compiler tells you where, not always why.</a:t>
            </a:r>
          </a:p>
          <a:p>
            <a:endParaRPr lang="en-US" dirty="0"/>
          </a:p>
        </p:txBody>
      </p:sp>
      <p:sp>
        <p:nvSpPr>
          <p:cNvPr id="4" name="Title 3">
            <a:extLst>
              <a:ext uri="{FF2B5EF4-FFF2-40B4-BE49-F238E27FC236}">
                <a16:creationId xmlns:a16="http://schemas.microsoft.com/office/drawing/2014/main" id="{1B72A50B-B367-F486-23FD-3C03D0AE2217}"/>
              </a:ext>
            </a:extLst>
          </p:cNvPr>
          <p:cNvSpPr>
            <a:spLocks noGrp="1"/>
          </p:cNvSpPr>
          <p:nvPr>
            <p:ph type="title"/>
          </p:nvPr>
        </p:nvSpPr>
        <p:spPr>
          <a:xfrm>
            <a:off x="321469" y="272257"/>
            <a:ext cx="11544300" cy="931724"/>
          </a:xfrm>
        </p:spPr>
        <p:txBody>
          <a:bodyPr anchor="ctr">
            <a:normAutofit/>
          </a:bodyPr>
          <a:lstStyle/>
          <a:p>
            <a:r>
              <a:rPr lang="en-US" dirty="0"/>
              <a:t>Live: Compiler Error</a:t>
            </a:r>
          </a:p>
        </p:txBody>
      </p:sp>
    </p:spTree>
    <p:extLst>
      <p:ext uri="{BB962C8B-B14F-4D97-AF65-F5344CB8AC3E}">
        <p14:creationId xmlns:p14="http://schemas.microsoft.com/office/powerpoint/2010/main" val="2812176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6A99E-A568-F718-BADD-C09ACACA30C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60C9F77-CE51-2F28-5D2C-A1DE583F1882}"/>
              </a:ext>
            </a:extLst>
          </p:cNvPr>
          <p:cNvSpPr>
            <a:spLocks noGrp="1"/>
          </p:cNvSpPr>
          <p:nvPr>
            <p:ph type="title"/>
          </p:nvPr>
        </p:nvSpPr>
        <p:spPr/>
        <p:txBody>
          <a:bodyPr/>
          <a:lstStyle/>
          <a:p>
            <a:r>
              <a:rPr lang="en-US" dirty="0"/>
              <a:t>Variables and Data Types</a:t>
            </a:r>
          </a:p>
        </p:txBody>
      </p:sp>
    </p:spTree>
    <p:extLst>
      <p:ext uri="{BB962C8B-B14F-4D97-AF65-F5344CB8AC3E}">
        <p14:creationId xmlns:p14="http://schemas.microsoft.com/office/powerpoint/2010/main" val="3301673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4C983-AB1D-7EAE-EC1B-AD20877844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5CBF1C2-86F3-8BB5-FA72-F1F979004821}"/>
              </a:ext>
            </a:extLst>
          </p:cNvPr>
          <p:cNvSpPr>
            <a:spLocks noGrp="1"/>
          </p:cNvSpPr>
          <p:nvPr>
            <p:ph type="title"/>
          </p:nvPr>
        </p:nvSpPr>
        <p:spPr>
          <a:xfrm>
            <a:off x="321469" y="272257"/>
            <a:ext cx="11544300" cy="931724"/>
          </a:xfrm>
        </p:spPr>
        <p:txBody>
          <a:bodyPr anchor="ctr">
            <a:normAutofit/>
          </a:bodyPr>
          <a:lstStyle/>
          <a:p>
            <a:r>
              <a:rPr lang="en-US" dirty="0"/>
              <a:t>What is a variable?</a:t>
            </a:r>
          </a:p>
        </p:txBody>
      </p:sp>
      <p:sp>
        <p:nvSpPr>
          <p:cNvPr id="5" name="TextBox 4">
            <a:extLst>
              <a:ext uri="{FF2B5EF4-FFF2-40B4-BE49-F238E27FC236}">
                <a16:creationId xmlns:a16="http://schemas.microsoft.com/office/drawing/2014/main" id="{418BCD63-6414-7AD2-F4F2-BC24F0D15A9E}"/>
              </a:ext>
            </a:extLst>
          </p:cNvPr>
          <p:cNvSpPr txBox="1"/>
          <p:nvPr/>
        </p:nvSpPr>
        <p:spPr>
          <a:xfrm>
            <a:off x="1858503" y="2990642"/>
            <a:ext cx="7555838" cy="876715"/>
          </a:xfrm>
          <a:prstGeom prst="rect">
            <a:avLst/>
          </a:prstGeom>
          <a:solidFill>
            <a:schemeClr val="tx1"/>
          </a:solidFill>
        </p:spPr>
        <p:txBody>
          <a:bodyPr wrap="square">
            <a:spAutoFit/>
          </a:bodyPr>
          <a:lstStyle/>
          <a:p>
            <a:pPr algn="ctr">
              <a:lnSpc>
                <a:spcPct val="113095"/>
              </a:lnSpc>
              <a:buNone/>
            </a:pPr>
            <a:r>
              <a:rPr lang="en-US" sz="4800" dirty="0">
                <a:solidFill>
                  <a:srgbClr val="4EC9B0"/>
                </a:solidFill>
                <a:latin typeface="Consolas" panose="020B0609020204030204" pitchFamily="49" charset="0"/>
              </a:rPr>
              <a:t>int</a:t>
            </a:r>
            <a:r>
              <a:rPr lang="en-US" sz="4800" dirty="0">
                <a:solidFill>
                  <a:srgbClr val="FFA657"/>
                </a:solidFill>
                <a:latin typeface="Consolas" panose="020B0609020204030204" pitchFamily="49" charset="0"/>
              </a:rPr>
              <a:t> </a:t>
            </a:r>
            <a:r>
              <a:rPr lang="en-US" sz="4800" dirty="0" err="1">
                <a:solidFill>
                  <a:srgbClr val="C9D1D9"/>
                </a:solidFill>
                <a:latin typeface="Consolas" panose="020B0609020204030204" pitchFamily="49" charset="0"/>
              </a:rPr>
              <a:t>encoderTicks</a:t>
            </a:r>
            <a:r>
              <a:rPr lang="en-US" sz="4800" dirty="0">
                <a:solidFill>
                  <a:srgbClr val="FFA657"/>
                </a:solidFill>
                <a:latin typeface="Consolas" panose="020B0609020204030204" pitchFamily="49" charset="0"/>
              </a:rPr>
              <a:t> </a:t>
            </a:r>
            <a:r>
              <a:rPr lang="en-US" sz="4800" dirty="0">
                <a:solidFill>
                  <a:srgbClr val="D4D4D4"/>
                </a:solidFill>
                <a:latin typeface="Consolas" panose="020B0609020204030204" pitchFamily="49" charset="0"/>
              </a:rPr>
              <a:t>=</a:t>
            </a:r>
            <a:r>
              <a:rPr lang="en-US" sz="4800" dirty="0">
                <a:solidFill>
                  <a:srgbClr val="BBBEBF"/>
                </a:solidFill>
                <a:latin typeface="Consolas" panose="020B0609020204030204" pitchFamily="49" charset="0"/>
              </a:rPr>
              <a:t> </a:t>
            </a:r>
            <a:r>
              <a:rPr lang="en-US" sz="4800" dirty="0">
                <a:solidFill>
                  <a:srgbClr val="B5CEA8"/>
                </a:solidFill>
                <a:latin typeface="Consolas" panose="020B0609020204030204" pitchFamily="49" charset="0"/>
              </a:rPr>
              <a:t>0</a:t>
            </a:r>
            <a:r>
              <a:rPr lang="en-US" sz="4800" dirty="0">
                <a:solidFill>
                  <a:srgbClr val="BBBEBF"/>
                </a:solidFill>
                <a:latin typeface="Consolas" panose="020B0609020204030204" pitchFamily="49" charset="0"/>
              </a:rPr>
              <a:t>;</a:t>
            </a:r>
          </a:p>
        </p:txBody>
      </p:sp>
      <p:sp>
        <p:nvSpPr>
          <p:cNvPr id="7" name="TextBox 6">
            <a:extLst>
              <a:ext uri="{FF2B5EF4-FFF2-40B4-BE49-F238E27FC236}">
                <a16:creationId xmlns:a16="http://schemas.microsoft.com/office/drawing/2014/main" id="{6B10BEBD-6809-4D0B-D1F3-4DAF977772E0}"/>
              </a:ext>
            </a:extLst>
          </p:cNvPr>
          <p:cNvSpPr txBox="1"/>
          <p:nvPr/>
        </p:nvSpPr>
        <p:spPr>
          <a:xfrm>
            <a:off x="1367376" y="1601065"/>
            <a:ext cx="2582323" cy="861774"/>
          </a:xfrm>
          <a:prstGeom prst="rect">
            <a:avLst/>
          </a:prstGeom>
          <a:noFill/>
        </p:spPr>
        <p:txBody>
          <a:bodyPr wrap="square">
            <a:spAutoFit/>
          </a:bodyPr>
          <a:lstStyle/>
          <a:p>
            <a:r>
              <a:rPr lang="en-US" b="1" dirty="0"/>
              <a:t>The type. </a:t>
            </a:r>
            <a:r>
              <a:rPr lang="en-US" sz="1600" dirty="0"/>
              <a:t>What kind of value fits in this box. Whole numbers</a:t>
            </a:r>
          </a:p>
        </p:txBody>
      </p:sp>
      <p:sp>
        <p:nvSpPr>
          <p:cNvPr id="9" name="TextBox 8">
            <a:extLst>
              <a:ext uri="{FF2B5EF4-FFF2-40B4-BE49-F238E27FC236}">
                <a16:creationId xmlns:a16="http://schemas.microsoft.com/office/drawing/2014/main" id="{1B5B11F7-B381-5111-2F24-5A3FA155570F}"/>
              </a:ext>
            </a:extLst>
          </p:cNvPr>
          <p:cNvSpPr txBox="1"/>
          <p:nvPr/>
        </p:nvSpPr>
        <p:spPr>
          <a:xfrm>
            <a:off x="4064004" y="4671371"/>
            <a:ext cx="2582331" cy="861774"/>
          </a:xfrm>
          <a:prstGeom prst="rect">
            <a:avLst/>
          </a:prstGeom>
          <a:noFill/>
        </p:spPr>
        <p:txBody>
          <a:bodyPr wrap="square">
            <a:spAutoFit/>
          </a:bodyPr>
          <a:lstStyle/>
          <a:p>
            <a:r>
              <a:rPr lang="en-US" b="1" dirty="0"/>
              <a:t>The name. </a:t>
            </a:r>
            <a:r>
              <a:rPr lang="en-US" sz="1600" dirty="0"/>
              <a:t>You choose it, and you use it everywhere else</a:t>
            </a:r>
          </a:p>
        </p:txBody>
      </p:sp>
      <p:sp>
        <p:nvSpPr>
          <p:cNvPr id="11" name="TextBox 10">
            <a:extLst>
              <a:ext uri="{FF2B5EF4-FFF2-40B4-BE49-F238E27FC236}">
                <a16:creationId xmlns:a16="http://schemas.microsoft.com/office/drawing/2014/main" id="{B7AE763D-89E5-A805-0AE4-D27DA4BEF255}"/>
              </a:ext>
            </a:extLst>
          </p:cNvPr>
          <p:cNvSpPr txBox="1"/>
          <p:nvPr/>
        </p:nvSpPr>
        <p:spPr>
          <a:xfrm>
            <a:off x="7149507" y="1555295"/>
            <a:ext cx="1718734" cy="892552"/>
          </a:xfrm>
          <a:prstGeom prst="rect">
            <a:avLst/>
          </a:prstGeom>
          <a:noFill/>
        </p:spPr>
        <p:txBody>
          <a:bodyPr wrap="square">
            <a:spAutoFit/>
          </a:bodyPr>
          <a:lstStyle/>
          <a:p>
            <a:r>
              <a:rPr lang="en-US" b="1" dirty="0"/>
              <a:t>Put this in the box. </a:t>
            </a:r>
            <a:r>
              <a:rPr lang="en-US" sz="1600" dirty="0"/>
              <a:t>It does not means “equal”</a:t>
            </a:r>
          </a:p>
        </p:txBody>
      </p:sp>
      <p:sp>
        <p:nvSpPr>
          <p:cNvPr id="13" name="TextBox 12">
            <a:extLst>
              <a:ext uri="{FF2B5EF4-FFF2-40B4-BE49-F238E27FC236}">
                <a16:creationId xmlns:a16="http://schemas.microsoft.com/office/drawing/2014/main" id="{78741DF0-C64E-13ED-3146-0B0144CC0E73}"/>
              </a:ext>
            </a:extLst>
          </p:cNvPr>
          <p:cNvSpPr txBox="1"/>
          <p:nvPr/>
        </p:nvSpPr>
        <p:spPr>
          <a:xfrm>
            <a:off x="8008874" y="4522060"/>
            <a:ext cx="1405467" cy="861774"/>
          </a:xfrm>
          <a:prstGeom prst="rect">
            <a:avLst/>
          </a:prstGeom>
          <a:noFill/>
        </p:spPr>
        <p:txBody>
          <a:bodyPr wrap="square">
            <a:spAutoFit/>
          </a:bodyPr>
          <a:lstStyle/>
          <a:p>
            <a:r>
              <a:rPr lang="en-US" b="1" dirty="0"/>
              <a:t>The value. </a:t>
            </a:r>
            <a:r>
              <a:rPr lang="en-US" sz="1600" dirty="0"/>
              <a:t>What is in the box right now</a:t>
            </a:r>
          </a:p>
        </p:txBody>
      </p:sp>
      <p:sp>
        <p:nvSpPr>
          <p:cNvPr id="15" name="TextBox 14">
            <a:extLst>
              <a:ext uri="{FF2B5EF4-FFF2-40B4-BE49-F238E27FC236}">
                <a16:creationId xmlns:a16="http://schemas.microsoft.com/office/drawing/2014/main" id="{B7E7134C-60D8-E810-EDD6-425A8773CE6D}"/>
              </a:ext>
            </a:extLst>
          </p:cNvPr>
          <p:cNvSpPr txBox="1"/>
          <p:nvPr/>
        </p:nvSpPr>
        <p:spPr>
          <a:xfrm>
            <a:off x="10036575" y="3127572"/>
            <a:ext cx="1718734" cy="646331"/>
          </a:xfrm>
          <a:prstGeom prst="rect">
            <a:avLst/>
          </a:prstGeom>
          <a:noFill/>
        </p:spPr>
        <p:txBody>
          <a:bodyPr wrap="square">
            <a:spAutoFit/>
          </a:bodyPr>
          <a:lstStyle/>
          <a:p>
            <a:r>
              <a:rPr lang="en-US" b="1" dirty="0"/>
              <a:t>Ends the statement.</a:t>
            </a:r>
            <a:endParaRPr lang="en-US" sz="1600" dirty="0"/>
          </a:p>
        </p:txBody>
      </p:sp>
      <p:cxnSp>
        <p:nvCxnSpPr>
          <p:cNvPr id="17" name="Straight Arrow Connector 16">
            <a:extLst>
              <a:ext uri="{FF2B5EF4-FFF2-40B4-BE49-F238E27FC236}">
                <a16:creationId xmlns:a16="http://schemas.microsoft.com/office/drawing/2014/main" id="{0EA907AD-263B-1657-2F6C-735423007392}"/>
              </a:ext>
            </a:extLst>
          </p:cNvPr>
          <p:cNvCxnSpPr>
            <a:cxnSpLocks/>
            <a:stCxn id="9" idx="0"/>
          </p:cNvCxnSpPr>
          <p:nvPr/>
        </p:nvCxnSpPr>
        <p:spPr>
          <a:xfrm flipH="1" flipV="1">
            <a:off x="5355169" y="3773903"/>
            <a:ext cx="1" cy="89746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2" name="Straight Arrow Connector 21">
            <a:extLst>
              <a:ext uri="{FF2B5EF4-FFF2-40B4-BE49-F238E27FC236}">
                <a16:creationId xmlns:a16="http://schemas.microsoft.com/office/drawing/2014/main" id="{5983ABCA-A5D6-643A-7744-AF65190D32D8}"/>
              </a:ext>
            </a:extLst>
          </p:cNvPr>
          <p:cNvCxnSpPr>
            <a:cxnSpLocks/>
            <a:stCxn id="7" idx="2"/>
          </p:cNvCxnSpPr>
          <p:nvPr/>
        </p:nvCxnSpPr>
        <p:spPr>
          <a:xfrm>
            <a:off x="2658538" y="2462839"/>
            <a:ext cx="0" cy="66473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5" name="Straight Arrow Connector 24">
            <a:extLst>
              <a:ext uri="{FF2B5EF4-FFF2-40B4-BE49-F238E27FC236}">
                <a16:creationId xmlns:a16="http://schemas.microsoft.com/office/drawing/2014/main" id="{4C0BC338-E387-511E-C813-D4418620A375}"/>
              </a:ext>
            </a:extLst>
          </p:cNvPr>
          <p:cNvCxnSpPr>
            <a:cxnSpLocks/>
            <a:stCxn id="11" idx="2"/>
          </p:cNvCxnSpPr>
          <p:nvPr/>
        </p:nvCxnSpPr>
        <p:spPr>
          <a:xfrm>
            <a:off x="8008874" y="2447847"/>
            <a:ext cx="0" cy="82875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8" name="Straight Arrow Connector 27">
            <a:extLst>
              <a:ext uri="{FF2B5EF4-FFF2-40B4-BE49-F238E27FC236}">
                <a16:creationId xmlns:a16="http://schemas.microsoft.com/office/drawing/2014/main" id="{8790EE0F-BD9D-9FE6-953A-C8238D75D03C}"/>
              </a:ext>
            </a:extLst>
          </p:cNvPr>
          <p:cNvCxnSpPr>
            <a:cxnSpLocks/>
            <a:stCxn id="13" idx="0"/>
          </p:cNvCxnSpPr>
          <p:nvPr/>
        </p:nvCxnSpPr>
        <p:spPr>
          <a:xfrm flipH="1" flipV="1">
            <a:off x="8703733" y="3716630"/>
            <a:ext cx="7875" cy="80543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5" name="Straight Arrow Connector 34">
            <a:extLst>
              <a:ext uri="{FF2B5EF4-FFF2-40B4-BE49-F238E27FC236}">
                <a16:creationId xmlns:a16="http://schemas.microsoft.com/office/drawing/2014/main" id="{8071AC0D-191D-6066-DCAF-B05FC8A622F4}"/>
              </a:ext>
            </a:extLst>
          </p:cNvPr>
          <p:cNvCxnSpPr>
            <a:cxnSpLocks/>
            <a:stCxn id="15" idx="1"/>
          </p:cNvCxnSpPr>
          <p:nvPr/>
        </p:nvCxnSpPr>
        <p:spPr>
          <a:xfrm flipH="1">
            <a:off x="9110133" y="3450738"/>
            <a:ext cx="926442"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232654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28B30-3D05-0BD2-1C82-A2A9B526E93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4C5110-9D60-7E72-6DAC-6227E35A4371}"/>
              </a:ext>
            </a:extLst>
          </p:cNvPr>
          <p:cNvSpPr>
            <a:spLocks noGrp="1"/>
          </p:cNvSpPr>
          <p:nvPr>
            <p:ph idx="1"/>
          </p:nvPr>
        </p:nvSpPr>
        <p:spPr>
          <a:xfrm>
            <a:off x="1079499" y="1574536"/>
            <a:ext cx="10786269" cy="4712494"/>
          </a:xfrm>
        </p:spPr>
        <p:txBody>
          <a:bodyPr/>
          <a:lstStyle/>
          <a:p>
            <a:pPr marL="0" indent="0">
              <a:buNone/>
            </a:pPr>
            <a:r>
              <a:rPr lang="en-US" dirty="0"/>
              <a:t>Declare: </a:t>
            </a:r>
          </a:p>
          <a:p>
            <a:pPr marL="0" indent="0">
              <a:buNone/>
            </a:pPr>
            <a:endParaRPr lang="en-US" dirty="0"/>
          </a:p>
          <a:p>
            <a:pPr marL="0" indent="0">
              <a:buNone/>
            </a:pPr>
            <a:endParaRPr lang="en-US" dirty="0"/>
          </a:p>
          <a:p>
            <a:pPr marL="0" indent="0">
              <a:buNone/>
            </a:pPr>
            <a:r>
              <a:rPr lang="en-US" dirty="0"/>
              <a:t>Assign:</a:t>
            </a:r>
          </a:p>
          <a:p>
            <a:pPr marL="0" indent="0">
              <a:buNone/>
            </a:pPr>
            <a:endParaRPr lang="en-US" dirty="0"/>
          </a:p>
          <a:p>
            <a:pPr marL="0" indent="0">
              <a:buNone/>
            </a:pPr>
            <a:endParaRPr lang="en-US" dirty="0"/>
          </a:p>
          <a:p>
            <a:pPr marL="0" indent="0">
              <a:buNone/>
            </a:pPr>
            <a:r>
              <a:rPr lang="en-US" dirty="0"/>
              <a:t>Re-assign:</a:t>
            </a:r>
          </a:p>
        </p:txBody>
      </p:sp>
      <p:sp>
        <p:nvSpPr>
          <p:cNvPr id="4" name="Title 3">
            <a:extLst>
              <a:ext uri="{FF2B5EF4-FFF2-40B4-BE49-F238E27FC236}">
                <a16:creationId xmlns:a16="http://schemas.microsoft.com/office/drawing/2014/main" id="{3C89F9E4-5C15-3C88-0539-50C407C4CAE6}"/>
              </a:ext>
            </a:extLst>
          </p:cNvPr>
          <p:cNvSpPr>
            <a:spLocks noGrp="1"/>
          </p:cNvSpPr>
          <p:nvPr>
            <p:ph type="title"/>
          </p:nvPr>
        </p:nvSpPr>
        <p:spPr>
          <a:xfrm>
            <a:off x="321469" y="272257"/>
            <a:ext cx="11544300" cy="931724"/>
          </a:xfrm>
        </p:spPr>
        <p:txBody>
          <a:bodyPr anchor="ctr">
            <a:normAutofit/>
          </a:bodyPr>
          <a:lstStyle/>
          <a:p>
            <a:r>
              <a:rPr lang="en-US" dirty="0"/>
              <a:t>Declare, assign, reassign</a:t>
            </a:r>
          </a:p>
        </p:txBody>
      </p:sp>
      <p:sp>
        <p:nvSpPr>
          <p:cNvPr id="5" name="TextBox 4">
            <a:extLst>
              <a:ext uri="{FF2B5EF4-FFF2-40B4-BE49-F238E27FC236}">
                <a16:creationId xmlns:a16="http://schemas.microsoft.com/office/drawing/2014/main" id="{A2A6EA8A-C7A4-079B-7D2D-7EA975D42251}"/>
              </a:ext>
            </a:extLst>
          </p:cNvPr>
          <p:cNvSpPr txBox="1"/>
          <p:nvPr/>
        </p:nvSpPr>
        <p:spPr>
          <a:xfrm>
            <a:off x="3066948" y="1551259"/>
            <a:ext cx="3757185" cy="484556"/>
          </a:xfrm>
          <a:prstGeom prst="rect">
            <a:avLst/>
          </a:prstGeom>
          <a:solidFill>
            <a:schemeClr val="tx1"/>
          </a:solidFill>
        </p:spPr>
        <p:txBody>
          <a:bodyPr wrap="square">
            <a:spAutoFit/>
          </a:bodyPr>
          <a:lstStyle/>
          <a:p>
            <a:pPr>
              <a:lnSpc>
                <a:spcPct val="113095"/>
              </a:lnSpc>
              <a:buNone/>
            </a:pPr>
            <a:r>
              <a:rPr lang="en-US" sz="2400" dirty="0">
                <a:solidFill>
                  <a:srgbClr val="4EC9B0"/>
                </a:solidFill>
                <a:latin typeface="Consolas" panose="020B0609020204030204" pitchFamily="49" charset="0"/>
              </a:rPr>
              <a:t>int</a:t>
            </a:r>
            <a:r>
              <a:rPr lang="en-US" sz="2400" dirty="0">
                <a:solidFill>
                  <a:srgbClr val="FFA657"/>
                </a:solidFill>
                <a:latin typeface="Consolas" panose="020B0609020204030204" pitchFamily="49" charset="0"/>
              </a:rPr>
              <a:t> </a:t>
            </a:r>
            <a:r>
              <a:rPr lang="en-US" sz="2400" dirty="0" err="1">
                <a:solidFill>
                  <a:srgbClr val="C9D1D9"/>
                </a:solidFill>
                <a:latin typeface="Consolas" panose="020B0609020204030204" pitchFamily="49" charset="0"/>
              </a:rPr>
              <a:t>encoderTicks</a:t>
            </a:r>
            <a:r>
              <a:rPr lang="en-US" sz="2400" dirty="0">
                <a:solidFill>
                  <a:srgbClr val="FFA657"/>
                </a:solidFill>
                <a:latin typeface="Consolas" panose="020B0609020204030204" pitchFamily="49" charset="0"/>
              </a:rPr>
              <a:t> </a:t>
            </a:r>
            <a:r>
              <a:rPr lang="en-US" sz="2400" dirty="0">
                <a:solidFill>
                  <a:srgbClr val="D4D4D4"/>
                </a:solidFill>
                <a:latin typeface="Consolas" panose="020B0609020204030204" pitchFamily="49" charset="0"/>
              </a:rPr>
              <a:t>=</a:t>
            </a:r>
            <a:r>
              <a:rPr lang="en-US" sz="2400" dirty="0">
                <a:solidFill>
                  <a:srgbClr val="BBBEBF"/>
                </a:solidFill>
                <a:latin typeface="Consolas" panose="020B0609020204030204" pitchFamily="49" charset="0"/>
              </a:rPr>
              <a:t> </a:t>
            </a:r>
            <a:r>
              <a:rPr lang="en-US" sz="2400" dirty="0">
                <a:solidFill>
                  <a:srgbClr val="B5CEA8"/>
                </a:solidFill>
                <a:latin typeface="Consolas" panose="020B0609020204030204" pitchFamily="49" charset="0"/>
              </a:rPr>
              <a:t>0</a:t>
            </a:r>
            <a:r>
              <a:rPr lang="en-US" sz="2400" dirty="0">
                <a:solidFill>
                  <a:srgbClr val="BBBEBF"/>
                </a:solidFill>
                <a:latin typeface="Consolas" panose="020B0609020204030204" pitchFamily="49" charset="0"/>
              </a:rPr>
              <a:t>;</a:t>
            </a:r>
          </a:p>
        </p:txBody>
      </p:sp>
      <p:sp>
        <p:nvSpPr>
          <p:cNvPr id="7" name="TextBox 6">
            <a:extLst>
              <a:ext uri="{FF2B5EF4-FFF2-40B4-BE49-F238E27FC236}">
                <a16:creationId xmlns:a16="http://schemas.microsoft.com/office/drawing/2014/main" id="{6614FDA0-F4A4-A4D3-E3C7-B8069DA4A8C8}"/>
              </a:ext>
            </a:extLst>
          </p:cNvPr>
          <p:cNvSpPr txBox="1"/>
          <p:nvPr/>
        </p:nvSpPr>
        <p:spPr>
          <a:xfrm>
            <a:off x="3066948" y="3136936"/>
            <a:ext cx="3757185" cy="484556"/>
          </a:xfrm>
          <a:prstGeom prst="rect">
            <a:avLst/>
          </a:prstGeom>
          <a:solidFill>
            <a:schemeClr val="tx1"/>
          </a:solidFill>
        </p:spPr>
        <p:txBody>
          <a:bodyPr wrap="square">
            <a:spAutoFit/>
          </a:bodyPr>
          <a:lstStyle/>
          <a:p>
            <a:pPr>
              <a:lnSpc>
                <a:spcPct val="113095"/>
              </a:lnSpc>
              <a:buNone/>
            </a:pPr>
            <a:r>
              <a:rPr lang="en-US" sz="2400" dirty="0" err="1">
                <a:solidFill>
                  <a:srgbClr val="C9D1D9"/>
                </a:solidFill>
                <a:latin typeface="Consolas" panose="020B0609020204030204" pitchFamily="49" charset="0"/>
              </a:rPr>
              <a:t>encoderTicks</a:t>
            </a:r>
            <a:r>
              <a:rPr lang="en-US" sz="2400" dirty="0">
                <a:solidFill>
                  <a:srgbClr val="FFA657"/>
                </a:solidFill>
                <a:latin typeface="Consolas" panose="020B0609020204030204" pitchFamily="49" charset="0"/>
              </a:rPr>
              <a:t> </a:t>
            </a:r>
            <a:r>
              <a:rPr lang="en-US" sz="2400" dirty="0">
                <a:solidFill>
                  <a:srgbClr val="D4D4D4"/>
                </a:solidFill>
                <a:latin typeface="Consolas" panose="020B0609020204030204" pitchFamily="49" charset="0"/>
              </a:rPr>
              <a:t>=</a:t>
            </a:r>
            <a:r>
              <a:rPr lang="en-US" sz="2400" dirty="0">
                <a:solidFill>
                  <a:srgbClr val="BBBEBF"/>
                </a:solidFill>
                <a:latin typeface="Consolas" panose="020B0609020204030204" pitchFamily="49" charset="0"/>
              </a:rPr>
              <a:t> </a:t>
            </a:r>
            <a:r>
              <a:rPr lang="en-US" sz="2400" dirty="0">
                <a:solidFill>
                  <a:srgbClr val="B5CEA8"/>
                </a:solidFill>
                <a:latin typeface="Consolas" panose="020B0609020204030204" pitchFamily="49" charset="0"/>
              </a:rPr>
              <a:t>1024</a:t>
            </a:r>
            <a:r>
              <a:rPr lang="en-US" sz="2400" dirty="0">
                <a:solidFill>
                  <a:srgbClr val="BBBEBF"/>
                </a:solidFill>
                <a:latin typeface="Consolas" panose="020B0609020204030204" pitchFamily="49" charset="0"/>
              </a:rPr>
              <a:t>;</a:t>
            </a:r>
          </a:p>
        </p:txBody>
      </p:sp>
      <p:sp>
        <p:nvSpPr>
          <p:cNvPr id="9" name="TextBox 8">
            <a:extLst>
              <a:ext uri="{FF2B5EF4-FFF2-40B4-BE49-F238E27FC236}">
                <a16:creationId xmlns:a16="http://schemas.microsoft.com/office/drawing/2014/main" id="{0A435E30-2D55-CF00-912C-601EA9BD879B}"/>
              </a:ext>
            </a:extLst>
          </p:cNvPr>
          <p:cNvSpPr txBox="1"/>
          <p:nvPr/>
        </p:nvSpPr>
        <p:spPr>
          <a:xfrm>
            <a:off x="3066948" y="4650111"/>
            <a:ext cx="5916185" cy="484556"/>
          </a:xfrm>
          <a:prstGeom prst="rect">
            <a:avLst/>
          </a:prstGeom>
          <a:solidFill>
            <a:schemeClr val="tx1"/>
          </a:solidFill>
        </p:spPr>
        <p:txBody>
          <a:bodyPr wrap="square">
            <a:spAutoFit/>
          </a:bodyPr>
          <a:lstStyle/>
          <a:p>
            <a:pPr>
              <a:lnSpc>
                <a:spcPct val="113095"/>
              </a:lnSpc>
              <a:buNone/>
            </a:pPr>
            <a:r>
              <a:rPr lang="en-US" sz="2400" dirty="0" err="1">
                <a:solidFill>
                  <a:srgbClr val="C9D1D9"/>
                </a:solidFill>
                <a:latin typeface="Consolas" panose="020B0609020204030204" pitchFamily="49" charset="0"/>
              </a:rPr>
              <a:t>encoderTicks</a:t>
            </a:r>
            <a:r>
              <a:rPr lang="en-US" sz="2400" dirty="0">
                <a:solidFill>
                  <a:srgbClr val="FFA657"/>
                </a:solidFill>
                <a:latin typeface="Consolas" panose="020B0609020204030204" pitchFamily="49" charset="0"/>
              </a:rPr>
              <a:t> </a:t>
            </a:r>
            <a:r>
              <a:rPr lang="en-US" sz="2400" dirty="0">
                <a:solidFill>
                  <a:srgbClr val="D4D4D4"/>
                </a:solidFill>
                <a:latin typeface="Consolas" panose="020B0609020204030204" pitchFamily="49" charset="0"/>
              </a:rPr>
              <a:t>=</a:t>
            </a:r>
            <a:r>
              <a:rPr lang="en-US" sz="2400" dirty="0">
                <a:solidFill>
                  <a:srgbClr val="BBBEBF"/>
                </a:solidFill>
                <a:latin typeface="Consolas" panose="020B0609020204030204" pitchFamily="49" charset="0"/>
              </a:rPr>
              <a:t> </a:t>
            </a:r>
            <a:r>
              <a:rPr lang="en-US" sz="2400" dirty="0" err="1">
                <a:solidFill>
                  <a:srgbClr val="B5CEA8"/>
                </a:solidFill>
                <a:latin typeface="Consolas" panose="020B0609020204030204" pitchFamily="49" charset="0"/>
              </a:rPr>
              <a:t>encoderTicks</a:t>
            </a:r>
            <a:r>
              <a:rPr lang="en-US" sz="2400" dirty="0">
                <a:solidFill>
                  <a:srgbClr val="B5CEA8"/>
                </a:solidFill>
                <a:latin typeface="Consolas" panose="020B0609020204030204" pitchFamily="49" charset="0"/>
              </a:rPr>
              <a:t> + 512</a:t>
            </a:r>
            <a:r>
              <a:rPr lang="en-US" sz="2400" dirty="0">
                <a:solidFill>
                  <a:srgbClr val="BBBEBF"/>
                </a:solidFill>
                <a:latin typeface="Consolas" panose="020B0609020204030204" pitchFamily="49" charset="0"/>
              </a:rPr>
              <a:t>;</a:t>
            </a:r>
          </a:p>
        </p:txBody>
      </p:sp>
      <p:sp>
        <p:nvSpPr>
          <p:cNvPr id="11" name="TextBox 10">
            <a:extLst>
              <a:ext uri="{FF2B5EF4-FFF2-40B4-BE49-F238E27FC236}">
                <a16:creationId xmlns:a16="http://schemas.microsoft.com/office/drawing/2014/main" id="{24333246-ED4A-96E1-11CE-E32197B0245F}"/>
              </a:ext>
            </a:extLst>
          </p:cNvPr>
          <p:cNvSpPr txBox="1"/>
          <p:nvPr/>
        </p:nvSpPr>
        <p:spPr>
          <a:xfrm>
            <a:off x="7277974" y="3105834"/>
            <a:ext cx="4133952" cy="646331"/>
          </a:xfrm>
          <a:prstGeom prst="rect">
            <a:avLst/>
          </a:prstGeom>
          <a:noFill/>
        </p:spPr>
        <p:txBody>
          <a:bodyPr wrap="square">
            <a:spAutoFit/>
          </a:bodyPr>
          <a:lstStyle/>
          <a:p>
            <a:r>
              <a:rPr lang="en-US" sz="1800" dirty="0"/>
              <a:t>no </a:t>
            </a:r>
            <a:r>
              <a:rPr lang="en-US" sz="1600" dirty="0">
                <a:solidFill>
                  <a:srgbClr val="4EC9B0"/>
                </a:solidFill>
                <a:highlight>
                  <a:srgbClr val="000000"/>
                </a:highlight>
                <a:latin typeface="Consolas" panose="020B0609020204030204" pitchFamily="49" charset="0"/>
              </a:rPr>
              <a:t>int</a:t>
            </a:r>
            <a:r>
              <a:rPr lang="en-US" sz="1600" dirty="0">
                <a:solidFill>
                  <a:srgbClr val="4EC9B0"/>
                </a:solidFill>
                <a:latin typeface="Consolas" panose="020B0609020204030204" pitchFamily="49" charset="0"/>
              </a:rPr>
              <a:t> </a:t>
            </a:r>
            <a:r>
              <a:rPr lang="en-US" dirty="0"/>
              <a:t>on this line. You declare the box once, after that you just use its name</a:t>
            </a:r>
            <a:endParaRPr lang="en-US" sz="1600" dirty="0"/>
          </a:p>
        </p:txBody>
      </p:sp>
    </p:spTree>
    <p:extLst>
      <p:ext uri="{BB962C8B-B14F-4D97-AF65-F5344CB8AC3E}">
        <p14:creationId xmlns:p14="http://schemas.microsoft.com/office/powerpoint/2010/main" val="222884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8B441-4681-A043-4CEB-61FC1AC9F3E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FBFCB48-56EF-DB95-991D-22692FC76B1E}"/>
              </a:ext>
            </a:extLst>
          </p:cNvPr>
          <p:cNvSpPr>
            <a:spLocks noGrp="1"/>
          </p:cNvSpPr>
          <p:nvPr>
            <p:ph type="title"/>
          </p:nvPr>
        </p:nvSpPr>
        <p:spPr>
          <a:xfrm>
            <a:off x="321469" y="272257"/>
            <a:ext cx="11544300" cy="931724"/>
          </a:xfrm>
        </p:spPr>
        <p:txBody>
          <a:bodyPr anchor="ctr">
            <a:normAutofit/>
          </a:bodyPr>
          <a:lstStyle/>
          <a:p>
            <a:r>
              <a:rPr lang="en-US" dirty="0"/>
              <a:t>int: the whole numbers</a:t>
            </a:r>
          </a:p>
        </p:txBody>
      </p:sp>
      <p:sp>
        <p:nvSpPr>
          <p:cNvPr id="5" name="TextBox 4">
            <a:extLst>
              <a:ext uri="{FF2B5EF4-FFF2-40B4-BE49-F238E27FC236}">
                <a16:creationId xmlns:a16="http://schemas.microsoft.com/office/drawing/2014/main" id="{E5013507-C67F-6EF8-FC88-1A2FEDB3C830}"/>
              </a:ext>
            </a:extLst>
          </p:cNvPr>
          <p:cNvSpPr txBox="1"/>
          <p:nvPr/>
        </p:nvSpPr>
        <p:spPr>
          <a:xfrm>
            <a:off x="1079499" y="1487438"/>
            <a:ext cx="6269303" cy="1012585"/>
          </a:xfrm>
          <a:prstGeom prst="rect">
            <a:avLst/>
          </a:prstGeom>
          <a:solidFill>
            <a:schemeClr val="tx1"/>
          </a:solidFill>
        </p:spPr>
        <p:txBody>
          <a:bodyPr wrap="square">
            <a:spAutoFit/>
          </a:bodyPr>
          <a:lstStyle/>
          <a:p>
            <a:pPr>
              <a:lnSpc>
                <a:spcPct val="113095"/>
              </a:lnSpc>
              <a:buNone/>
            </a:pPr>
            <a:r>
              <a:rPr lang="en-US" sz="1800" b="0" dirty="0">
                <a:solidFill>
                  <a:srgbClr val="4EC9B0"/>
                </a:solidFill>
                <a:effectLst/>
                <a:latin typeface="Consolas" panose="020B0609020204030204" pitchFamily="49" charset="0"/>
              </a:rPr>
              <a:t>int</a:t>
            </a:r>
            <a:r>
              <a:rPr lang="en-US" sz="1800" b="0" dirty="0">
                <a:solidFill>
                  <a:srgbClr val="FFA657"/>
                </a:solidFill>
                <a:effectLst/>
                <a:latin typeface="Consolas" panose="020B0609020204030204" pitchFamily="49" charset="0"/>
              </a:rPr>
              <a:t> </a:t>
            </a:r>
            <a:r>
              <a:rPr lang="en-US" sz="1800" b="0" dirty="0" err="1">
                <a:solidFill>
                  <a:srgbClr val="C9D1D9"/>
                </a:solidFill>
                <a:effectLst/>
                <a:latin typeface="Consolas" panose="020B0609020204030204" pitchFamily="49" charset="0"/>
              </a:rPr>
              <a:t>encoderTicks</a:t>
            </a:r>
            <a:r>
              <a:rPr lang="en-US" sz="1800" b="0" dirty="0">
                <a:solidFill>
                  <a:srgbClr val="FFA657"/>
                </a:solidFill>
                <a:effectLst/>
                <a:latin typeface="Consolas" panose="020B0609020204030204" pitchFamily="49" charset="0"/>
              </a:rPr>
              <a:t> </a:t>
            </a:r>
            <a:r>
              <a:rPr lang="en-US" sz="1800" b="0" dirty="0">
                <a:solidFill>
                  <a:srgbClr val="D4D4D4"/>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B5CEA8"/>
                </a:solidFill>
                <a:effectLst/>
                <a:latin typeface="Consolas" panose="020B0609020204030204" pitchFamily="49" charset="0"/>
              </a:rPr>
              <a:t>1024</a:t>
            </a:r>
            <a:r>
              <a:rPr lang="en-US" sz="1800" b="0" dirty="0">
                <a:solidFill>
                  <a:srgbClr val="BBBEBF"/>
                </a:solidFill>
                <a:effectLst/>
                <a:latin typeface="Consolas" panose="020B0609020204030204" pitchFamily="49" charset="0"/>
              </a:rPr>
              <a:t>;</a:t>
            </a:r>
          </a:p>
          <a:p>
            <a:pPr>
              <a:lnSpc>
                <a:spcPct val="113095"/>
              </a:lnSpc>
            </a:pPr>
            <a:r>
              <a:rPr lang="en-US" dirty="0">
                <a:solidFill>
                  <a:srgbClr val="4EC9B0"/>
                </a:solidFill>
                <a:latin typeface="Consolas" panose="020B0609020204030204" pitchFamily="49" charset="0"/>
              </a:rPr>
              <a:t>int</a:t>
            </a:r>
            <a:r>
              <a:rPr lang="en-US" dirty="0">
                <a:solidFill>
                  <a:srgbClr val="FFA657"/>
                </a:solidFill>
                <a:latin typeface="Consolas" panose="020B0609020204030204" pitchFamily="49" charset="0"/>
              </a:rPr>
              <a:t> </a:t>
            </a:r>
            <a:r>
              <a:rPr lang="en-US" dirty="0" err="1">
                <a:solidFill>
                  <a:srgbClr val="C9D1D9"/>
                </a:solidFill>
                <a:latin typeface="Consolas" panose="020B0609020204030204" pitchFamily="49" charset="0"/>
              </a:rPr>
              <a:t>stepCount</a:t>
            </a:r>
            <a:r>
              <a:rPr lang="en-US" dirty="0">
                <a:solidFill>
                  <a:srgbClr val="FFA657"/>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BBBEBF"/>
                </a:solidFill>
                <a:latin typeface="Consolas" panose="020B0609020204030204" pitchFamily="49" charset="0"/>
              </a:rPr>
              <a:t> </a:t>
            </a:r>
            <a:r>
              <a:rPr lang="en-US" dirty="0">
                <a:solidFill>
                  <a:srgbClr val="B5CEA8"/>
                </a:solidFill>
                <a:latin typeface="Consolas" panose="020B0609020204030204" pitchFamily="49" charset="0"/>
              </a:rPr>
              <a:t>0</a:t>
            </a:r>
            <a:r>
              <a:rPr lang="en-US" dirty="0">
                <a:solidFill>
                  <a:srgbClr val="BBBEBF"/>
                </a:solidFill>
                <a:latin typeface="Consolas" panose="020B0609020204030204" pitchFamily="49" charset="0"/>
              </a:rPr>
              <a:t>;</a:t>
            </a:r>
          </a:p>
          <a:p>
            <a:pPr>
              <a:lnSpc>
                <a:spcPct val="113095"/>
              </a:lnSpc>
            </a:pPr>
            <a:r>
              <a:rPr lang="en-US" dirty="0">
                <a:solidFill>
                  <a:srgbClr val="4EC9B0"/>
                </a:solidFill>
                <a:latin typeface="Consolas" panose="020B0609020204030204" pitchFamily="49" charset="0"/>
              </a:rPr>
              <a:t>int</a:t>
            </a:r>
            <a:r>
              <a:rPr lang="en-US" dirty="0">
                <a:solidFill>
                  <a:srgbClr val="FFA657"/>
                </a:solidFill>
                <a:latin typeface="Consolas" panose="020B0609020204030204" pitchFamily="49" charset="0"/>
              </a:rPr>
              <a:t> </a:t>
            </a:r>
            <a:r>
              <a:rPr lang="en-US" dirty="0" err="1">
                <a:solidFill>
                  <a:srgbClr val="C9D1D9"/>
                </a:solidFill>
                <a:latin typeface="Consolas" panose="020B0609020204030204" pitchFamily="49" charset="0"/>
              </a:rPr>
              <a:t>buttonNumber</a:t>
            </a:r>
            <a:r>
              <a:rPr lang="en-US" dirty="0">
                <a:solidFill>
                  <a:srgbClr val="FFA657"/>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BBBEBF"/>
                </a:solidFill>
                <a:latin typeface="Consolas" panose="020B0609020204030204" pitchFamily="49" charset="0"/>
              </a:rPr>
              <a:t> </a:t>
            </a:r>
            <a:r>
              <a:rPr lang="en-US" dirty="0">
                <a:solidFill>
                  <a:srgbClr val="B5CEA8"/>
                </a:solidFill>
                <a:latin typeface="Consolas" panose="020B0609020204030204" pitchFamily="49" charset="0"/>
              </a:rPr>
              <a:t>3</a:t>
            </a:r>
            <a:r>
              <a:rPr lang="en-US" dirty="0">
                <a:solidFill>
                  <a:srgbClr val="BBBEBF"/>
                </a:solidFill>
                <a:latin typeface="Consolas" panose="020B0609020204030204" pitchFamily="49" charset="0"/>
              </a:rPr>
              <a:t>;</a:t>
            </a:r>
          </a:p>
        </p:txBody>
      </p:sp>
      <p:sp>
        <p:nvSpPr>
          <p:cNvPr id="8" name="Content Placeholder 2">
            <a:extLst>
              <a:ext uri="{FF2B5EF4-FFF2-40B4-BE49-F238E27FC236}">
                <a16:creationId xmlns:a16="http://schemas.microsoft.com/office/drawing/2014/main" id="{B1700935-2CAB-8C2D-2112-EEF1E460F3AC}"/>
              </a:ext>
            </a:extLst>
          </p:cNvPr>
          <p:cNvSpPr>
            <a:spLocks noGrp="1"/>
          </p:cNvSpPr>
          <p:nvPr>
            <p:ph idx="1"/>
          </p:nvPr>
        </p:nvSpPr>
        <p:spPr>
          <a:xfrm>
            <a:off x="1079499" y="2878667"/>
            <a:ext cx="10786269" cy="3298296"/>
          </a:xfrm>
        </p:spPr>
        <p:txBody>
          <a:bodyPr/>
          <a:lstStyle/>
          <a:p>
            <a:pPr marL="0" indent="0">
              <a:buNone/>
            </a:pPr>
            <a:r>
              <a:rPr lang="en-US" sz="2000" b="1" dirty="0"/>
              <a:t>On the robot:</a:t>
            </a:r>
          </a:p>
          <a:p>
            <a:r>
              <a:rPr lang="en-US" sz="2000" dirty="0"/>
              <a:t>Encoder counts: how far a wheel has turned</a:t>
            </a:r>
          </a:p>
          <a:p>
            <a:r>
              <a:rPr lang="en-US" sz="2000" dirty="0"/>
              <a:t>How many steps a simulation has run</a:t>
            </a:r>
          </a:p>
          <a:p>
            <a:r>
              <a:rPr lang="en-US" sz="2000" dirty="0"/>
              <a:t>Button and port numbers on the driver station</a:t>
            </a:r>
          </a:p>
          <a:p>
            <a:pPr marL="0" indent="0">
              <a:buNone/>
            </a:pPr>
            <a:endParaRPr lang="en-US" sz="2000" b="1" dirty="0"/>
          </a:p>
          <a:p>
            <a:pPr marL="0" indent="0">
              <a:buNone/>
            </a:pPr>
            <a:r>
              <a:rPr lang="en-US" sz="2000" b="1" dirty="0"/>
              <a:t>Watch out:</a:t>
            </a:r>
          </a:p>
          <a:p>
            <a:r>
              <a:rPr lang="en-US" sz="2000" dirty="0"/>
              <a:t>No decimals ever. </a:t>
            </a:r>
            <a:r>
              <a:rPr lang="en-US" sz="1800" dirty="0">
                <a:solidFill>
                  <a:srgbClr val="4EC9B0"/>
                </a:solidFill>
                <a:highlight>
                  <a:srgbClr val="000000"/>
                </a:highlight>
                <a:latin typeface="Consolas" panose="020B0609020204030204" pitchFamily="49" charset="0"/>
              </a:rPr>
              <a:t>int </a:t>
            </a:r>
            <a:r>
              <a:rPr lang="en-US" sz="1800" dirty="0">
                <a:solidFill>
                  <a:srgbClr val="C9D1D9"/>
                </a:solidFill>
                <a:highlight>
                  <a:srgbClr val="000000"/>
                </a:highlight>
                <a:latin typeface="Consolas" panose="020B0609020204030204" pitchFamily="49" charset="0"/>
                <a:ea typeface="+mn-ea"/>
              </a:rPr>
              <a:t>ticks</a:t>
            </a:r>
            <a:r>
              <a:rPr lang="en-US" sz="1800" dirty="0">
                <a:solidFill>
                  <a:srgbClr val="4EC9B0"/>
                </a:solidFill>
                <a:highlight>
                  <a:srgbClr val="000000"/>
                </a:highlight>
                <a:latin typeface="Consolas" panose="020B0609020204030204" pitchFamily="49" charset="0"/>
              </a:rPr>
              <a:t> </a:t>
            </a:r>
            <a:r>
              <a:rPr kumimoji="0" lang="en-US" sz="1800" b="0" i="0" u="none" strike="noStrike" kern="1200" cap="none" spc="0" normalizeH="0" baseline="0" noProof="0" dirty="0">
                <a:ln>
                  <a:noFill/>
                </a:ln>
                <a:solidFill>
                  <a:srgbClr val="D4D4D4"/>
                </a:solidFill>
                <a:effectLst/>
                <a:highlight>
                  <a:srgbClr val="000000"/>
                </a:highlight>
                <a:uLnTx/>
                <a:uFillTx/>
                <a:latin typeface="Consolas" panose="020B0609020204030204" pitchFamily="49" charset="0"/>
                <a:ea typeface="+mn-ea"/>
                <a:cs typeface="+mn-cs"/>
              </a:rPr>
              <a:t>=</a:t>
            </a:r>
            <a:r>
              <a:rPr kumimoji="0" lang="en-US" sz="1800" b="0" i="0" u="none" strike="noStrike" kern="1200" cap="none" spc="0" normalizeH="0" baseline="0" noProof="0" dirty="0">
                <a:ln>
                  <a:noFill/>
                </a:ln>
                <a:solidFill>
                  <a:srgbClr val="BBBEBF"/>
                </a:solidFill>
                <a:effectLst/>
                <a:highlight>
                  <a:srgbClr val="000000"/>
                </a:highligh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B5CEA8"/>
                </a:solidFill>
                <a:effectLst/>
                <a:highlight>
                  <a:srgbClr val="000000"/>
                </a:highlight>
                <a:uLnTx/>
                <a:uFillTx/>
                <a:latin typeface="Consolas" panose="020B0609020204030204" pitchFamily="49" charset="0"/>
                <a:ea typeface="+mn-ea"/>
                <a:cs typeface="+mn-cs"/>
              </a:rPr>
              <a:t>0.5;</a:t>
            </a:r>
            <a:r>
              <a:rPr lang="en-US" sz="2000" dirty="0"/>
              <a:t> does not compile.</a:t>
            </a:r>
          </a:p>
          <a:p>
            <a:pPr marL="0" indent="0">
              <a:buNone/>
            </a:pPr>
            <a:endParaRPr lang="en-US" dirty="0"/>
          </a:p>
        </p:txBody>
      </p:sp>
    </p:spTree>
    <p:extLst>
      <p:ext uri="{BB962C8B-B14F-4D97-AF65-F5344CB8AC3E}">
        <p14:creationId xmlns:p14="http://schemas.microsoft.com/office/powerpoint/2010/main" val="1631775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CD48E-6B1B-FE1D-CF19-D173E85C29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125DEB1-FC9E-C210-0571-254351CD5A52}"/>
              </a:ext>
            </a:extLst>
          </p:cNvPr>
          <p:cNvSpPr>
            <a:spLocks noGrp="1"/>
          </p:cNvSpPr>
          <p:nvPr>
            <p:ph type="title"/>
          </p:nvPr>
        </p:nvSpPr>
        <p:spPr>
          <a:xfrm>
            <a:off x="321469" y="272257"/>
            <a:ext cx="11544300" cy="931724"/>
          </a:xfrm>
        </p:spPr>
        <p:txBody>
          <a:bodyPr anchor="ctr">
            <a:normAutofit/>
          </a:bodyPr>
          <a:lstStyle/>
          <a:p>
            <a:r>
              <a:rPr lang="en-US" dirty="0"/>
              <a:t>double: numbers with decimals</a:t>
            </a:r>
          </a:p>
        </p:txBody>
      </p:sp>
      <p:sp>
        <p:nvSpPr>
          <p:cNvPr id="2" name="TextBox 1">
            <a:extLst>
              <a:ext uri="{FF2B5EF4-FFF2-40B4-BE49-F238E27FC236}">
                <a16:creationId xmlns:a16="http://schemas.microsoft.com/office/drawing/2014/main" id="{256F138A-AF95-AEAD-0431-D7EB5FB3044E}"/>
              </a:ext>
            </a:extLst>
          </p:cNvPr>
          <p:cNvSpPr txBox="1"/>
          <p:nvPr/>
        </p:nvSpPr>
        <p:spPr>
          <a:xfrm>
            <a:off x="1079499" y="1487438"/>
            <a:ext cx="6269303" cy="1012585"/>
          </a:xfrm>
          <a:prstGeom prst="rect">
            <a:avLst/>
          </a:prstGeom>
          <a:solidFill>
            <a:schemeClr val="tx1"/>
          </a:solidFill>
        </p:spPr>
        <p:txBody>
          <a:bodyPr wrap="square">
            <a:spAutoFit/>
          </a:bodyPr>
          <a:lstStyle/>
          <a:p>
            <a:pPr>
              <a:lnSpc>
                <a:spcPct val="113095"/>
              </a:lnSpc>
              <a:buNone/>
            </a:pPr>
            <a:r>
              <a:rPr lang="en-US" sz="1800" b="0" dirty="0">
                <a:solidFill>
                  <a:srgbClr val="4EC9B0"/>
                </a:solidFill>
                <a:effectLst/>
                <a:latin typeface="Consolas" panose="020B0609020204030204" pitchFamily="49" charset="0"/>
              </a:rPr>
              <a:t>double</a:t>
            </a:r>
            <a:r>
              <a:rPr lang="en-US" sz="1800" b="0" dirty="0">
                <a:solidFill>
                  <a:srgbClr val="FFA657"/>
                </a:solidFill>
                <a:effectLst/>
                <a:latin typeface="Consolas" panose="020B0609020204030204" pitchFamily="49" charset="0"/>
              </a:rPr>
              <a:t> </a:t>
            </a:r>
            <a:r>
              <a:rPr lang="en-US" sz="1800" b="0" dirty="0" err="1">
                <a:solidFill>
                  <a:srgbClr val="C9D1D9"/>
                </a:solidFill>
                <a:effectLst/>
                <a:latin typeface="Consolas" panose="020B0609020204030204" pitchFamily="49" charset="0"/>
              </a:rPr>
              <a:t>joystickY</a:t>
            </a:r>
            <a:r>
              <a:rPr lang="en-US" sz="1800" b="0" dirty="0">
                <a:solidFill>
                  <a:srgbClr val="FFA657"/>
                </a:solidFill>
                <a:effectLst/>
                <a:latin typeface="Consolas" panose="020B0609020204030204" pitchFamily="49" charset="0"/>
              </a:rPr>
              <a:t> </a:t>
            </a:r>
            <a:r>
              <a:rPr lang="en-US" sz="1800" b="0" dirty="0">
                <a:solidFill>
                  <a:srgbClr val="D4D4D4"/>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B5CEA8"/>
                </a:solidFill>
                <a:effectLst/>
                <a:latin typeface="Consolas" panose="020B0609020204030204" pitchFamily="49" charset="0"/>
              </a:rPr>
              <a:t>0.65</a:t>
            </a:r>
            <a:r>
              <a:rPr lang="en-US" sz="1800" b="0" dirty="0">
                <a:solidFill>
                  <a:srgbClr val="BBBEBF"/>
                </a:solidFill>
                <a:effectLst/>
                <a:latin typeface="Consolas" panose="020B0609020204030204" pitchFamily="49" charset="0"/>
              </a:rPr>
              <a:t>;</a:t>
            </a:r>
          </a:p>
          <a:p>
            <a:pPr>
              <a:lnSpc>
                <a:spcPct val="113095"/>
              </a:lnSpc>
            </a:pPr>
            <a:r>
              <a:rPr lang="en-US" dirty="0">
                <a:solidFill>
                  <a:srgbClr val="4EC9B0"/>
                </a:solidFill>
                <a:latin typeface="Consolas" panose="020B0609020204030204" pitchFamily="49" charset="0"/>
              </a:rPr>
              <a:t>double</a:t>
            </a:r>
            <a:r>
              <a:rPr lang="en-US" dirty="0">
                <a:solidFill>
                  <a:srgbClr val="FFA657"/>
                </a:solidFill>
                <a:latin typeface="Consolas" panose="020B0609020204030204" pitchFamily="49" charset="0"/>
              </a:rPr>
              <a:t> </a:t>
            </a:r>
            <a:r>
              <a:rPr lang="en-US" dirty="0" err="1">
                <a:solidFill>
                  <a:srgbClr val="C9D1D9"/>
                </a:solidFill>
                <a:latin typeface="Consolas" panose="020B0609020204030204" pitchFamily="49" charset="0"/>
              </a:rPr>
              <a:t>batteryVolts</a:t>
            </a:r>
            <a:r>
              <a:rPr lang="en-US" dirty="0">
                <a:solidFill>
                  <a:srgbClr val="FFA657"/>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BBBEBF"/>
                </a:solidFill>
                <a:latin typeface="Consolas" panose="020B0609020204030204" pitchFamily="49" charset="0"/>
              </a:rPr>
              <a:t> </a:t>
            </a:r>
            <a:r>
              <a:rPr lang="en-US" dirty="0">
                <a:solidFill>
                  <a:srgbClr val="B5CEA8"/>
                </a:solidFill>
                <a:latin typeface="Consolas" panose="020B0609020204030204" pitchFamily="49" charset="0"/>
              </a:rPr>
              <a:t>12.4</a:t>
            </a:r>
            <a:r>
              <a:rPr lang="en-US" dirty="0">
                <a:solidFill>
                  <a:srgbClr val="BBBEBF"/>
                </a:solidFill>
                <a:latin typeface="Consolas" panose="020B0609020204030204" pitchFamily="49" charset="0"/>
              </a:rPr>
              <a:t>;</a:t>
            </a:r>
          </a:p>
          <a:p>
            <a:pPr>
              <a:lnSpc>
                <a:spcPct val="113095"/>
              </a:lnSpc>
            </a:pPr>
            <a:r>
              <a:rPr lang="en-US" dirty="0">
                <a:solidFill>
                  <a:srgbClr val="4EC9B0"/>
                </a:solidFill>
                <a:latin typeface="Consolas" panose="020B0609020204030204" pitchFamily="49" charset="0"/>
              </a:rPr>
              <a:t>double</a:t>
            </a:r>
            <a:r>
              <a:rPr lang="en-US" dirty="0">
                <a:solidFill>
                  <a:srgbClr val="FFA657"/>
                </a:solidFill>
                <a:latin typeface="Consolas" panose="020B0609020204030204" pitchFamily="49" charset="0"/>
              </a:rPr>
              <a:t> </a:t>
            </a:r>
            <a:r>
              <a:rPr lang="en-US" dirty="0" err="1">
                <a:solidFill>
                  <a:srgbClr val="C9D1D9"/>
                </a:solidFill>
                <a:latin typeface="Consolas" panose="020B0609020204030204" pitchFamily="49" charset="0"/>
              </a:rPr>
              <a:t>distanceCm</a:t>
            </a:r>
            <a:r>
              <a:rPr lang="en-US" dirty="0">
                <a:solidFill>
                  <a:srgbClr val="FFA657"/>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BBBEBF"/>
                </a:solidFill>
                <a:latin typeface="Consolas" panose="020B0609020204030204" pitchFamily="49" charset="0"/>
              </a:rPr>
              <a:t> 2</a:t>
            </a:r>
            <a:r>
              <a:rPr lang="en-US" dirty="0">
                <a:solidFill>
                  <a:srgbClr val="B5CEA8"/>
                </a:solidFill>
                <a:latin typeface="Consolas" panose="020B0609020204030204" pitchFamily="49" charset="0"/>
              </a:rPr>
              <a:t>3.94</a:t>
            </a:r>
            <a:r>
              <a:rPr lang="en-US" dirty="0">
                <a:solidFill>
                  <a:srgbClr val="BBBEBF"/>
                </a:solidFill>
                <a:latin typeface="Consolas" panose="020B0609020204030204" pitchFamily="49" charset="0"/>
              </a:rPr>
              <a:t>;</a:t>
            </a:r>
          </a:p>
        </p:txBody>
      </p:sp>
      <p:sp>
        <p:nvSpPr>
          <p:cNvPr id="5" name="Content Placeholder 2">
            <a:extLst>
              <a:ext uri="{FF2B5EF4-FFF2-40B4-BE49-F238E27FC236}">
                <a16:creationId xmlns:a16="http://schemas.microsoft.com/office/drawing/2014/main" id="{DE6C913B-30FC-F84D-A703-BE705A9674E2}"/>
              </a:ext>
            </a:extLst>
          </p:cNvPr>
          <p:cNvSpPr>
            <a:spLocks noGrp="1"/>
          </p:cNvSpPr>
          <p:nvPr>
            <p:ph idx="1"/>
          </p:nvPr>
        </p:nvSpPr>
        <p:spPr>
          <a:xfrm>
            <a:off x="1079499" y="2878667"/>
            <a:ext cx="10786269" cy="3298296"/>
          </a:xfrm>
        </p:spPr>
        <p:txBody>
          <a:bodyPr>
            <a:normAutofit/>
          </a:bodyPr>
          <a:lstStyle/>
          <a:p>
            <a:pPr marL="0" indent="0">
              <a:buNone/>
            </a:pPr>
            <a:r>
              <a:rPr lang="en-US" sz="2000" b="1" dirty="0"/>
              <a:t>On the robot:</a:t>
            </a:r>
          </a:p>
          <a:p>
            <a:r>
              <a:rPr lang="en-US" sz="2000" dirty="0"/>
              <a:t>Joystick axes, always between -1.0 and 1.0</a:t>
            </a:r>
          </a:p>
          <a:p>
            <a:r>
              <a:rPr lang="en-US" sz="2000" dirty="0"/>
              <a:t>Battery </a:t>
            </a:r>
            <a:r>
              <a:rPr lang="en-US" sz="2000" dirty="0" err="1"/>
              <a:t>volatage</a:t>
            </a:r>
            <a:r>
              <a:rPr lang="en-US" sz="2000" dirty="0"/>
              <a:t>, about 12.6 when fresh</a:t>
            </a:r>
          </a:p>
          <a:p>
            <a:r>
              <a:rPr lang="en-US" sz="2000" dirty="0"/>
              <a:t>Distances, speeds, and motor power</a:t>
            </a:r>
          </a:p>
          <a:p>
            <a:pPr marL="0" indent="0">
              <a:buNone/>
            </a:pPr>
            <a:endParaRPr lang="en-US" sz="2000" b="1" dirty="0"/>
          </a:p>
          <a:p>
            <a:pPr marL="0" indent="0">
              <a:buNone/>
            </a:pPr>
            <a:r>
              <a:rPr lang="en-US" sz="2000" b="1" dirty="0"/>
              <a:t>Watch out:</a:t>
            </a:r>
          </a:p>
          <a:p>
            <a:r>
              <a:rPr lang="en-US" sz="2000" dirty="0"/>
              <a:t>Decimals are close, not exact. Seeing </a:t>
            </a:r>
            <a:r>
              <a:rPr lang="en-US" sz="2000" dirty="0">
                <a:solidFill>
                  <a:srgbClr val="B5CEA8"/>
                </a:solidFill>
                <a:highlight>
                  <a:srgbClr val="000000"/>
                </a:highlight>
                <a:latin typeface="Consolas" panose="020B0609020204030204" pitchFamily="49" charset="0"/>
              </a:rPr>
              <a:t>0.3000000000004</a:t>
            </a:r>
            <a:r>
              <a:rPr lang="en-US" sz="2000" dirty="0"/>
              <a:t> does not mean your code is broken.</a:t>
            </a:r>
            <a:endParaRPr lang="en-US" dirty="0"/>
          </a:p>
        </p:txBody>
      </p:sp>
    </p:spTree>
    <p:extLst>
      <p:ext uri="{BB962C8B-B14F-4D97-AF65-F5344CB8AC3E}">
        <p14:creationId xmlns:p14="http://schemas.microsoft.com/office/powerpoint/2010/main" val="3734754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E4191-0E3B-EF1F-B056-1DBC090869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8987F2C-BD68-6980-CA9F-9109EFF754E8}"/>
              </a:ext>
            </a:extLst>
          </p:cNvPr>
          <p:cNvSpPr>
            <a:spLocks noGrp="1"/>
          </p:cNvSpPr>
          <p:nvPr>
            <p:ph type="title"/>
          </p:nvPr>
        </p:nvSpPr>
        <p:spPr>
          <a:xfrm>
            <a:off x="321469" y="272257"/>
            <a:ext cx="11544300" cy="931724"/>
          </a:xfrm>
        </p:spPr>
        <p:txBody>
          <a:bodyPr anchor="ctr">
            <a:normAutofit/>
          </a:bodyPr>
          <a:lstStyle/>
          <a:p>
            <a:r>
              <a:rPr lang="en-US" dirty="0" err="1"/>
              <a:t>boolean</a:t>
            </a:r>
            <a:r>
              <a:rPr lang="en-US" dirty="0"/>
              <a:t>: true or false</a:t>
            </a:r>
          </a:p>
        </p:txBody>
      </p:sp>
      <p:sp>
        <p:nvSpPr>
          <p:cNvPr id="2" name="TextBox 1">
            <a:extLst>
              <a:ext uri="{FF2B5EF4-FFF2-40B4-BE49-F238E27FC236}">
                <a16:creationId xmlns:a16="http://schemas.microsoft.com/office/drawing/2014/main" id="{810ED072-95C6-F771-BB57-9DB0B5BFDA35}"/>
              </a:ext>
            </a:extLst>
          </p:cNvPr>
          <p:cNvSpPr txBox="1"/>
          <p:nvPr/>
        </p:nvSpPr>
        <p:spPr>
          <a:xfrm>
            <a:off x="1079499" y="1487438"/>
            <a:ext cx="6269303" cy="1012585"/>
          </a:xfrm>
          <a:prstGeom prst="rect">
            <a:avLst/>
          </a:prstGeom>
          <a:solidFill>
            <a:schemeClr val="tx1"/>
          </a:solidFill>
        </p:spPr>
        <p:txBody>
          <a:bodyPr wrap="square">
            <a:spAutoFit/>
          </a:bodyPr>
          <a:lstStyle/>
          <a:p>
            <a:pPr>
              <a:lnSpc>
                <a:spcPct val="113095"/>
              </a:lnSpc>
              <a:buNone/>
            </a:pPr>
            <a:r>
              <a:rPr lang="en-US" sz="1800" b="0" dirty="0" err="1">
                <a:solidFill>
                  <a:srgbClr val="4EC9B0"/>
                </a:solidFill>
                <a:effectLst/>
                <a:latin typeface="Consolas" panose="020B0609020204030204" pitchFamily="49" charset="0"/>
              </a:rPr>
              <a:t>boolean</a:t>
            </a:r>
            <a:r>
              <a:rPr lang="en-US" sz="1800" b="0" dirty="0">
                <a:solidFill>
                  <a:srgbClr val="FFA657"/>
                </a:solidFill>
                <a:effectLst/>
                <a:latin typeface="Consolas" panose="020B0609020204030204" pitchFamily="49" charset="0"/>
              </a:rPr>
              <a:t> </a:t>
            </a:r>
            <a:r>
              <a:rPr lang="en-US" sz="1800" b="0" dirty="0" err="1">
                <a:solidFill>
                  <a:srgbClr val="C9D1D9"/>
                </a:solidFill>
                <a:effectLst/>
                <a:latin typeface="Consolas" panose="020B0609020204030204" pitchFamily="49" charset="0"/>
              </a:rPr>
              <a:t>limitSwitchPressed</a:t>
            </a:r>
            <a:r>
              <a:rPr lang="en-US" sz="1800" b="0" dirty="0">
                <a:solidFill>
                  <a:srgbClr val="FFA657"/>
                </a:solidFill>
                <a:effectLst/>
                <a:latin typeface="Consolas" panose="020B0609020204030204" pitchFamily="49" charset="0"/>
              </a:rPr>
              <a:t> </a:t>
            </a:r>
            <a:r>
              <a:rPr lang="en-US" sz="1800" b="0" dirty="0">
                <a:solidFill>
                  <a:srgbClr val="D4D4D4"/>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B5CEA8"/>
                </a:solidFill>
                <a:effectLst/>
                <a:latin typeface="Consolas" panose="020B0609020204030204" pitchFamily="49" charset="0"/>
              </a:rPr>
              <a:t>false</a:t>
            </a:r>
            <a:r>
              <a:rPr lang="en-US" sz="1800" b="0" dirty="0">
                <a:solidFill>
                  <a:srgbClr val="BBBEBF"/>
                </a:solidFill>
                <a:effectLst/>
                <a:latin typeface="Consolas" panose="020B0609020204030204" pitchFamily="49" charset="0"/>
              </a:rPr>
              <a:t>;</a:t>
            </a:r>
          </a:p>
          <a:p>
            <a:pPr>
              <a:lnSpc>
                <a:spcPct val="113095"/>
              </a:lnSpc>
            </a:pPr>
            <a:r>
              <a:rPr lang="en-US" dirty="0" err="1">
                <a:solidFill>
                  <a:srgbClr val="4EC9B0"/>
                </a:solidFill>
                <a:latin typeface="Consolas" panose="020B0609020204030204" pitchFamily="49" charset="0"/>
              </a:rPr>
              <a:t>boolean</a:t>
            </a:r>
            <a:r>
              <a:rPr lang="en-US" dirty="0">
                <a:solidFill>
                  <a:srgbClr val="FFA657"/>
                </a:solidFill>
                <a:latin typeface="Consolas" panose="020B0609020204030204" pitchFamily="49" charset="0"/>
              </a:rPr>
              <a:t> </a:t>
            </a:r>
            <a:r>
              <a:rPr lang="en-US" dirty="0" err="1">
                <a:solidFill>
                  <a:srgbClr val="C9D1D9"/>
                </a:solidFill>
                <a:latin typeface="Consolas" panose="020B0609020204030204" pitchFamily="49" charset="0"/>
              </a:rPr>
              <a:t>hasGamePiece</a:t>
            </a:r>
            <a:r>
              <a:rPr lang="en-US" dirty="0">
                <a:solidFill>
                  <a:srgbClr val="FFA657"/>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BBBEBF"/>
                </a:solidFill>
                <a:latin typeface="Consolas" panose="020B0609020204030204" pitchFamily="49" charset="0"/>
              </a:rPr>
              <a:t> </a:t>
            </a:r>
            <a:r>
              <a:rPr lang="en-US" dirty="0">
                <a:solidFill>
                  <a:srgbClr val="B5CEA8"/>
                </a:solidFill>
                <a:latin typeface="Consolas" panose="020B0609020204030204" pitchFamily="49" charset="0"/>
              </a:rPr>
              <a:t>true</a:t>
            </a:r>
            <a:r>
              <a:rPr lang="en-US" dirty="0">
                <a:solidFill>
                  <a:srgbClr val="BBBEBF"/>
                </a:solidFill>
                <a:latin typeface="Consolas" panose="020B0609020204030204" pitchFamily="49" charset="0"/>
              </a:rPr>
              <a:t>;</a:t>
            </a:r>
          </a:p>
          <a:p>
            <a:pPr>
              <a:lnSpc>
                <a:spcPct val="113095"/>
              </a:lnSpc>
            </a:pPr>
            <a:r>
              <a:rPr lang="en-US" dirty="0" err="1">
                <a:solidFill>
                  <a:srgbClr val="4EC9B0"/>
                </a:solidFill>
                <a:latin typeface="Consolas" panose="020B0609020204030204" pitchFamily="49" charset="0"/>
              </a:rPr>
              <a:t>boolean</a:t>
            </a:r>
            <a:r>
              <a:rPr lang="en-US" dirty="0">
                <a:solidFill>
                  <a:srgbClr val="FFA657"/>
                </a:solidFill>
                <a:latin typeface="Consolas" panose="020B0609020204030204" pitchFamily="49" charset="0"/>
              </a:rPr>
              <a:t> </a:t>
            </a:r>
            <a:r>
              <a:rPr lang="en-US" dirty="0" err="1">
                <a:solidFill>
                  <a:srgbClr val="C9D1D9"/>
                </a:solidFill>
                <a:latin typeface="Consolas" panose="020B0609020204030204" pitchFamily="49" charset="0"/>
              </a:rPr>
              <a:t>isMoving</a:t>
            </a:r>
            <a:r>
              <a:rPr lang="en-US" dirty="0">
                <a:solidFill>
                  <a:srgbClr val="FFA657"/>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BBBEBF"/>
                </a:solidFill>
                <a:latin typeface="Consolas" panose="020B0609020204030204" pitchFamily="49" charset="0"/>
              </a:rPr>
              <a:t> false;</a:t>
            </a:r>
          </a:p>
        </p:txBody>
      </p:sp>
      <p:sp>
        <p:nvSpPr>
          <p:cNvPr id="5" name="Content Placeholder 2">
            <a:extLst>
              <a:ext uri="{FF2B5EF4-FFF2-40B4-BE49-F238E27FC236}">
                <a16:creationId xmlns:a16="http://schemas.microsoft.com/office/drawing/2014/main" id="{182A8C4F-3754-B260-3670-C8DAFADFC303}"/>
              </a:ext>
            </a:extLst>
          </p:cNvPr>
          <p:cNvSpPr txBox="1">
            <a:spLocks/>
          </p:cNvSpPr>
          <p:nvPr/>
        </p:nvSpPr>
        <p:spPr>
          <a:xfrm>
            <a:off x="1079499" y="2878667"/>
            <a:ext cx="10786269" cy="32982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t>On the robot:</a:t>
            </a:r>
          </a:p>
          <a:p>
            <a:r>
              <a:rPr lang="en-US" sz="2000" dirty="0"/>
              <a:t>Limit switches and beam breaks: pressed or not</a:t>
            </a:r>
          </a:p>
          <a:p>
            <a:r>
              <a:rPr lang="en-US" sz="2000" dirty="0"/>
              <a:t>Whether the intake is holding a game piece</a:t>
            </a:r>
          </a:p>
          <a:p>
            <a:r>
              <a:rPr lang="en-US" sz="2000" dirty="0"/>
              <a:t>Whether a subsystem has reached its target</a:t>
            </a:r>
          </a:p>
          <a:p>
            <a:pPr marL="0" indent="0">
              <a:buFont typeface="Arial" panose="020B0604020202020204" pitchFamily="34" charset="0"/>
              <a:buNone/>
            </a:pPr>
            <a:endParaRPr lang="en-US" sz="2000" b="1" dirty="0"/>
          </a:p>
          <a:p>
            <a:pPr marL="0" indent="0">
              <a:buFont typeface="Arial" panose="020B0604020202020204" pitchFamily="34" charset="0"/>
              <a:buNone/>
            </a:pPr>
            <a:r>
              <a:rPr lang="en-US" sz="2000" b="1" dirty="0"/>
              <a:t>Watch out:</a:t>
            </a:r>
          </a:p>
          <a:p>
            <a:r>
              <a:rPr lang="en-US" sz="2000" dirty="0"/>
              <a:t>Two values only, lowercase, no quotes. </a:t>
            </a:r>
            <a:r>
              <a:rPr lang="en-US" sz="2000" dirty="0">
                <a:solidFill>
                  <a:srgbClr val="B5CEA8"/>
                </a:solidFill>
                <a:highlight>
                  <a:srgbClr val="000000"/>
                </a:highlight>
                <a:latin typeface="Consolas" panose="020B0609020204030204" pitchFamily="49" charset="0"/>
              </a:rPr>
              <a:t>“true”</a:t>
            </a:r>
            <a:r>
              <a:rPr lang="en-US" sz="2000" dirty="0"/>
              <a:t> with quotes is text, not a </a:t>
            </a:r>
            <a:r>
              <a:rPr lang="en-US" sz="2000" dirty="0" err="1"/>
              <a:t>boolean</a:t>
            </a:r>
            <a:r>
              <a:rPr lang="en-US" sz="2000" dirty="0"/>
              <a:t>.</a:t>
            </a:r>
            <a:endParaRPr lang="en-US" dirty="0"/>
          </a:p>
        </p:txBody>
      </p:sp>
    </p:spTree>
    <p:extLst>
      <p:ext uri="{BB962C8B-B14F-4D97-AF65-F5344CB8AC3E}">
        <p14:creationId xmlns:p14="http://schemas.microsoft.com/office/powerpoint/2010/main" val="2593847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17275-0657-EC92-FE47-F53BFAA31B9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591BB2E-16BE-D881-FAF4-FBC28426746E}"/>
              </a:ext>
            </a:extLst>
          </p:cNvPr>
          <p:cNvSpPr>
            <a:spLocks noGrp="1"/>
          </p:cNvSpPr>
          <p:nvPr>
            <p:ph type="title"/>
          </p:nvPr>
        </p:nvSpPr>
        <p:spPr>
          <a:xfrm>
            <a:off x="321469" y="272257"/>
            <a:ext cx="11544300" cy="931724"/>
          </a:xfrm>
        </p:spPr>
        <p:txBody>
          <a:bodyPr anchor="ctr">
            <a:normAutofit/>
          </a:bodyPr>
          <a:lstStyle/>
          <a:p>
            <a:r>
              <a:rPr lang="en-US" dirty="0"/>
              <a:t>String and char: text</a:t>
            </a:r>
          </a:p>
        </p:txBody>
      </p:sp>
      <p:sp>
        <p:nvSpPr>
          <p:cNvPr id="5" name="TextBox 4">
            <a:extLst>
              <a:ext uri="{FF2B5EF4-FFF2-40B4-BE49-F238E27FC236}">
                <a16:creationId xmlns:a16="http://schemas.microsoft.com/office/drawing/2014/main" id="{57A0BC34-E076-D47B-B144-CF57C0C31AFC}"/>
              </a:ext>
            </a:extLst>
          </p:cNvPr>
          <p:cNvSpPr txBox="1"/>
          <p:nvPr/>
        </p:nvSpPr>
        <p:spPr>
          <a:xfrm>
            <a:off x="1079499" y="1487438"/>
            <a:ext cx="6269303" cy="1012585"/>
          </a:xfrm>
          <a:prstGeom prst="rect">
            <a:avLst/>
          </a:prstGeom>
          <a:solidFill>
            <a:schemeClr val="tx1"/>
          </a:solidFill>
        </p:spPr>
        <p:txBody>
          <a:bodyPr wrap="square">
            <a:spAutoFit/>
          </a:bodyPr>
          <a:lstStyle/>
          <a:p>
            <a:pPr>
              <a:lnSpc>
                <a:spcPct val="113095"/>
              </a:lnSpc>
              <a:buNone/>
            </a:pPr>
            <a:r>
              <a:rPr lang="en-US" sz="1800" b="0" dirty="0">
                <a:solidFill>
                  <a:srgbClr val="4EC9B0"/>
                </a:solidFill>
                <a:effectLst/>
                <a:latin typeface="Consolas" panose="020B0609020204030204" pitchFamily="49" charset="0"/>
              </a:rPr>
              <a:t>String</a:t>
            </a:r>
            <a:r>
              <a:rPr lang="en-US" sz="1800" b="0" dirty="0">
                <a:solidFill>
                  <a:srgbClr val="FFA657"/>
                </a:solidFill>
                <a:effectLst/>
                <a:latin typeface="Consolas" panose="020B0609020204030204" pitchFamily="49" charset="0"/>
              </a:rPr>
              <a:t> </a:t>
            </a:r>
            <a:r>
              <a:rPr lang="en-US" sz="1800" b="0" dirty="0" err="1">
                <a:solidFill>
                  <a:srgbClr val="C9D1D9"/>
                </a:solidFill>
                <a:effectLst/>
                <a:latin typeface="Consolas" panose="020B0609020204030204" pitchFamily="49" charset="0"/>
              </a:rPr>
              <a:t>subSystem</a:t>
            </a:r>
            <a:r>
              <a:rPr lang="en-US" sz="1800" b="0" dirty="0">
                <a:solidFill>
                  <a:srgbClr val="FFA657"/>
                </a:solidFill>
                <a:effectLst/>
                <a:latin typeface="Consolas" panose="020B0609020204030204" pitchFamily="49" charset="0"/>
              </a:rPr>
              <a:t> </a:t>
            </a:r>
            <a:r>
              <a:rPr lang="en-US" sz="1800" b="0" dirty="0">
                <a:solidFill>
                  <a:srgbClr val="D4D4D4"/>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B5CEA8"/>
                </a:solidFill>
                <a:effectLst/>
                <a:latin typeface="Consolas" panose="020B0609020204030204" pitchFamily="49" charset="0"/>
              </a:rPr>
              <a:t>“Drivetrain”</a:t>
            </a:r>
            <a:r>
              <a:rPr lang="en-US" sz="1800" b="0" dirty="0">
                <a:solidFill>
                  <a:srgbClr val="BBBEBF"/>
                </a:solidFill>
                <a:effectLst/>
                <a:latin typeface="Consolas" panose="020B0609020204030204" pitchFamily="49" charset="0"/>
              </a:rPr>
              <a:t>;</a:t>
            </a:r>
          </a:p>
          <a:p>
            <a:pPr>
              <a:lnSpc>
                <a:spcPct val="113095"/>
              </a:lnSpc>
            </a:pPr>
            <a:r>
              <a:rPr lang="en-US" dirty="0">
                <a:solidFill>
                  <a:srgbClr val="4EC9B0"/>
                </a:solidFill>
                <a:latin typeface="Consolas" panose="020B0609020204030204" pitchFamily="49" charset="0"/>
              </a:rPr>
              <a:t>String</a:t>
            </a:r>
            <a:r>
              <a:rPr lang="en-US" dirty="0">
                <a:solidFill>
                  <a:srgbClr val="FFA657"/>
                </a:solidFill>
                <a:latin typeface="Consolas" panose="020B0609020204030204" pitchFamily="49" charset="0"/>
              </a:rPr>
              <a:t> </a:t>
            </a:r>
            <a:r>
              <a:rPr lang="en-US" dirty="0">
                <a:solidFill>
                  <a:srgbClr val="C9D1D9"/>
                </a:solidFill>
                <a:latin typeface="Consolas" panose="020B0609020204030204" pitchFamily="49" charset="0"/>
              </a:rPr>
              <a:t>mode</a:t>
            </a:r>
            <a:r>
              <a:rPr lang="en-US" dirty="0">
                <a:solidFill>
                  <a:srgbClr val="FFA657"/>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BBBEBF"/>
                </a:solidFill>
                <a:latin typeface="Consolas" panose="020B0609020204030204" pitchFamily="49" charset="0"/>
              </a:rPr>
              <a:t> </a:t>
            </a:r>
            <a:r>
              <a:rPr lang="en-US" dirty="0">
                <a:solidFill>
                  <a:srgbClr val="B5CEA8"/>
                </a:solidFill>
                <a:latin typeface="Consolas" panose="020B0609020204030204" pitchFamily="49" charset="0"/>
              </a:rPr>
              <a:t>“arcade”</a:t>
            </a:r>
            <a:r>
              <a:rPr lang="en-US" dirty="0">
                <a:solidFill>
                  <a:srgbClr val="BBBEBF"/>
                </a:solidFill>
                <a:latin typeface="Consolas" panose="020B0609020204030204" pitchFamily="49" charset="0"/>
              </a:rPr>
              <a:t>;</a:t>
            </a:r>
          </a:p>
          <a:p>
            <a:pPr>
              <a:lnSpc>
                <a:spcPct val="113095"/>
              </a:lnSpc>
            </a:pPr>
            <a:r>
              <a:rPr lang="en-US" dirty="0">
                <a:solidFill>
                  <a:srgbClr val="4EC9B0"/>
                </a:solidFill>
                <a:latin typeface="Consolas" panose="020B0609020204030204" pitchFamily="49" charset="0"/>
              </a:rPr>
              <a:t>char</a:t>
            </a:r>
            <a:r>
              <a:rPr lang="en-US" dirty="0">
                <a:solidFill>
                  <a:srgbClr val="FFA657"/>
                </a:solidFill>
                <a:latin typeface="Consolas" panose="020B0609020204030204" pitchFamily="49" charset="0"/>
              </a:rPr>
              <a:t> </a:t>
            </a:r>
            <a:r>
              <a:rPr lang="en-US" dirty="0">
                <a:solidFill>
                  <a:srgbClr val="C9D1D9"/>
                </a:solidFill>
                <a:latin typeface="Consolas" panose="020B0609020204030204" pitchFamily="49" charset="0"/>
              </a:rPr>
              <a:t>grade</a:t>
            </a:r>
            <a:r>
              <a:rPr lang="en-US" dirty="0">
                <a:solidFill>
                  <a:srgbClr val="FFA657"/>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BBBEBF"/>
                </a:solidFill>
                <a:latin typeface="Consolas" panose="020B0609020204030204" pitchFamily="49" charset="0"/>
              </a:rPr>
              <a:t> ‘A’;</a:t>
            </a:r>
          </a:p>
        </p:txBody>
      </p:sp>
      <p:sp>
        <p:nvSpPr>
          <p:cNvPr id="7" name="Content Placeholder 2">
            <a:extLst>
              <a:ext uri="{FF2B5EF4-FFF2-40B4-BE49-F238E27FC236}">
                <a16:creationId xmlns:a16="http://schemas.microsoft.com/office/drawing/2014/main" id="{34B9F889-10CC-EF0A-88B8-0EE2F23F6716}"/>
              </a:ext>
            </a:extLst>
          </p:cNvPr>
          <p:cNvSpPr txBox="1">
            <a:spLocks/>
          </p:cNvSpPr>
          <p:nvPr/>
        </p:nvSpPr>
        <p:spPr>
          <a:xfrm>
            <a:off x="1079499" y="2878667"/>
            <a:ext cx="10786269" cy="32982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t>On the robot:</a:t>
            </a:r>
          </a:p>
          <a:p>
            <a:r>
              <a:rPr lang="en-US" sz="2000" dirty="0"/>
              <a:t>Subsystem names in status report</a:t>
            </a:r>
          </a:p>
          <a:p>
            <a:r>
              <a:rPr lang="en-US" sz="2000" dirty="0"/>
              <a:t>Drive mode “tank” or “arcade”</a:t>
            </a:r>
          </a:p>
          <a:p>
            <a:r>
              <a:rPr lang="en-US" sz="2000" dirty="0"/>
              <a:t>Messages printed to the driver station</a:t>
            </a:r>
          </a:p>
          <a:p>
            <a:pPr marL="0" indent="0">
              <a:buFont typeface="Arial" panose="020B0604020202020204" pitchFamily="34" charset="0"/>
              <a:buNone/>
            </a:pPr>
            <a:endParaRPr lang="en-US" sz="2000" b="1" dirty="0"/>
          </a:p>
          <a:p>
            <a:pPr marL="0" indent="0">
              <a:buFont typeface="Arial" panose="020B0604020202020204" pitchFamily="34" charset="0"/>
              <a:buNone/>
            </a:pPr>
            <a:r>
              <a:rPr lang="en-US" sz="2000" b="1" dirty="0"/>
              <a:t>Watch out:</a:t>
            </a:r>
          </a:p>
          <a:p>
            <a:r>
              <a:rPr lang="en-US" sz="2000" dirty="0"/>
              <a:t>Quotes decide the type. </a:t>
            </a:r>
            <a:r>
              <a:rPr lang="en-US" sz="2000" dirty="0">
                <a:solidFill>
                  <a:srgbClr val="B5CEA8"/>
                </a:solidFill>
                <a:highlight>
                  <a:srgbClr val="000000"/>
                </a:highlight>
                <a:latin typeface="Consolas" panose="020B0609020204030204" pitchFamily="49" charset="0"/>
              </a:rPr>
              <a:t>“12.4”</a:t>
            </a:r>
            <a:r>
              <a:rPr lang="en-US" sz="2000" dirty="0"/>
              <a:t> is a text and cannot do </a:t>
            </a:r>
            <a:r>
              <a:rPr lang="en-US" sz="2000" dirty="0" err="1"/>
              <a:t>maths</a:t>
            </a:r>
            <a:r>
              <a:rPr lang="en-US" sz="2000" dirty="0"/>
              <a:t>.</a:t>
            </a:r>
            <a:endParaRPr lang="en-US" dirty="0"/>
          </a:p>
        </p:txBody>
      </p:sp>
    </p:spTree>
    <p:extLst>
      <p:ext uri="{BB962C8B-B14F-4D97-AF65-F5344CB8AC3E}">
        <p14:creationId xmlns:p14="http://schemas.microsoft.com/office/powerpoint/2010/main" val="2498670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4B087-1A65-4558-0FF0-6C295B553D26}"/>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F61A06F9-DF34-28E7-06E6-45A5AC14F9D6}"/>
              </a:ext>
            </a:extLst>
          </p:cNvPr>
          <p:cNvGraphicFramePr>
            <a:graphicFrameLocks noGrp="1"/>
          </p:cNvGraphicFramePr>
          <p:nvPr>
            <p:ph idx="1"/>
            <p:extLst>
              <p:ext uri="{D42A27DB-BD31-4B8C-83A1-F6EECF244321}">
                <p14:modId xmlns:p14="http://schemas.microsoft.com/office/powerpoint/2010/main" val="3526946442"/>
              </p:ext>
            </p:extLst>
          </p:nvPr>
        </p:nvGraphicFramePr>
        <p:xfrm>
          <a:off x="1079499" y="1465263"/>
          <a:ext cx="7573434" cy="3394601"/>
        </p:xfrm>
        <a:graphic>
          <a:graphicData uri="http://schemas.openxmlformats.org/drawingml/2006/table">
            <a:tbl>
              <a:tblPr firstRow="1">
                <a:tableStyleId>{5C22544A-7EE6-4342-B048-85BDC9FD1C3A}</a:tableStyleId>
              </a:tblPr>
              <a:tblGrid>
                <a:gridCol w="5880101">
                  <a:extLst>
                    <a:ext uri="{9D8B030D-6E8A-4147-A177-3AD203B41FA5}">
                      <a16:colId xmlns:a16="http://schemas.microsoft.com/office/drawing/2014/main" val="2187253447"/>
                    </a:ext>
                  </a:extLst>
                </a:gridCol>
                <a:gridCol w="1693333">
                  <a:extLst>
                    <a:ext uri="{9D8B030D-6E8A-4147-A177-3AD203B41FA5}">
                      <a16:colId xmlns:a16="http://schemas.microsoft.com/office/drawing/2014/main" val="3955234865"/>
                    </a:ext>
                  </a:extLst>
                </a:gridCol>
              </a:tblGrid>
              <a:tr h="484943">
                <a:tc>
                  <a:txBody>
                    <a:bodyPr/>
                    <a:lstStyle/>
                    <a:p>
                      <a:r>
                        <a:rPr lang="en-US" dirty="0"/>
                        <a:t>What are you storing</a:t>
                      </a:r>
                    </a:p>
                  </a:txBody>
                  <a:tcPr anchor="ctr"/>
                </a:tc>
                <a:tc>
                  <a:txBody>
                    <a:bodyPr/>
                    <a:lstStyle/>
                    <a:p>
                      <a:r>
                        <a:rPr lang="en-US" dirty="0"/>
                        <a:t>Type</a:t>
                      </a:r>
                    </a:p>
                  </a:txBody>
                  <a:tcPr anchor="ctr"/>
                </a:tc>
                <a:extLst>
                  <a:ext uri="{0D108BD9-81ED-4DB2-BD59-A6C34878D82A}">
                    <a16:rowId xmlns:a16="http://schemas.microsoft.com/office/drawing/2014/main" val="1605383059"/>
                  </a:ext>
                </a:extLst>
              </a:tr>
              <a:tr h="484943">
                <a:tc>
                  <a:txBody>
                    <a:bodyPr/>
                    <a:lstStyle/>
                    <a:p>
                      <a:r>
                        <a:rPr lang="en-US" sz="2000" dirty="0"/>
                        <a:t>How far the wheel has turned, in encoder ticks</a:t>
                      </a:r>
                    </a:p>
                  </a:txBody>
                  <a:tcPr anchor="ctr"/>
                </a:tc>
                <a:tc>
                  <a:txBody>
                    <a:bodyPr/>
                    <a:lstStyle/>
                    <a:p>
                      <a:endParaRPr lang="en-US" sz="2000"/>
                    </a:p>
                  </a:txBody>
                  <a:tcPr anchor="ctr"/>
                </a:tc>
                <a:extLst>
                  <a:ext uri="{0D108BD9-81ED-4DB2-BD59-A6C34878D82A}">
                    <a16:rowId xmlns:a16="http://schemas.microsoft.com/office/drawing/2014/main" val="1268109233"/>
                  </a:ext>
                </a:extLst>
              </a:tr>
              <a:tr h="484943">
                <a:tc>
                  <a:txBody>
                    <a:bodyPr/>
                    <a:lstStyle/>
                    <a:p>
                      <a:r>
                        <a:rPr lang="en-US" sz="2000" dirty="0"/>
                        <a:t>How far the driver pushed the stick</a:t>
                      </a:r>
                    </a:p>
                  </a:txBody>
                  <a:tcPr anchor="ctr"/>
                </a:tc>
                <a:tc>
                  <a:txBody>
                    <a:bodyPr/>
                    <a:lstStyle/>
                    <a:p>
                      <a:endParaRPr lang="en-US" sz="2000"/>
                    </a:p>
                  </a:txBody>
                  <a:tcPr anchor="ctr"/>
                </a:tc>
                <a:extLst>
                  <a:ext uri="{0D108BD9-81ED-4DB2-BD59-A6C34878D82A}">
                    <a16:rowId xmlns:a16="http://schemas.microsoft.com/office/drawing/2014/main" val="1183668904"/>
                  </a:ext>
                </a:extLst>
              </a:tr>
              <a:tr h="484943">
                <a:tc>
                  <a:txBody>
                    <a:bodyPr/>
                    <a:lstStyle/>
                    <a:p>
                      <a:r>
                        <a:rPr lang="en-US" sz="2000" dirty="0"/>
                        <a:t>Whether the limit switch is pressed</a:t>
                      </a:r>
                    </a:p>
                  </a:txBody>
                  <a:tcPr anchor="ctr"/>
                </a:tc>
                <a:tc>
                  <a:txBody>
                    <a:bodyPr/>
                    <a:lstStyle/>
                    <a:p>
                      <a:endParaRPr lang="en-US" sz="2000"/>
                    </a:p>
                  </a:txBody>
                  <a:tcPr anchor="ctr"/>
                </a:tc>
                <a:extLst>
                  <a:ext uri="{0D108BD9-81ED-4DB2-BD59-A6C34878D82A}">
                    <a16:rowId xmlns:a16="http://schemas.microsoft.com/office/drawing/2014/main" val="2437957031"/>
                  </a:ext>
                </a:extLst>
              </a:tr>
              <a:tr h="484943">
                <a:tc>
                  <a:txBody>
                    <a:bodyPr/>
                    <a:lstStyle/>
                    <a:p>
                      <a:r>
                        <a:rPr lang="en-US" sz="2000" dirty="0"/>
                        <a:t>Which drive mode the robot is in</a:t>
                      </a:r>
                    </a:p>
                  </a:txBody>
                  <a:tcPr anchor="ctr"/>
                </a:tc>
                <a:tc>
                  <a:txBody>
                    <a:bodyPr/>
                    <a:lstStyle/>
                    <a:p>
                      <a:endParaRPr lang="en-US" sz="2000" dirty="0"/>
                    </a:p>
                  </a:txBody>
                  <a:tcPr anchor="ctr"/>
                </a:tc>
                <a:extLst>
                  <a:ext uri="{0D108BD9-81ED-4DB2-BD59-A6C34878D82A}">
                    <a16:rowId xmlns:a16="http://schemas.microsoft.com/office/drawing/2014/main" val="2888596594"/>
                  </a:ext>
                </a:extLst>
              </a:tr>
              <a:tr h="484943">
                <a:tc>
                  <a:txBody>
                    <a:bodyPr/>
                    <a:lstStyle/>
                    <a:p>
                      <a:r>
                        <a:rPr lang="en-US" sz="2000" dirty="0"/>
                        <a:t>How many simulation steps to run</a:t>
                      </a:r>
                    </a:p>
                  </a:txBody>
                  <a:tcPr anchor="ctr"/>
                </a:tc>
                <a:tc>
                  <a:txBody>
                    <a:bodyPr/>
                    <a:lstStyle/>
                    <a:p>
                      <a:endParaRPr lang="en-US" sz="2000" dirty="0"/>
                    </a:p>
                  </a:txBody>
                  <a:tcPr anchor="ctr"/>
                </a:tc>
                <a:extLst>
                  <a:ext uri="{0D108BD9-81ED-4DB2-BD59-A6C34878D82A}">
                    <a16:rowId xmlns:a16="http://schemas.microsoft.com/office/drawing/2014/main" val="3351463687"/>
                  </a:ext>
                </a:extLst>
              </a:tr>
              <a:tr h="484943">
                <a:tc>
                  <a:txBody>
                    <a:bodyPr/>
                    <a:lstStyle/>
                    <a:p>
                      <a:r>
                        <a:rPr lang="en-US" sz="2000" dirty="0"/>
                        <a:t>How many centimeters the robot has traveled</a:t>
                      </a:r>
                    </a:p>
                  </a:txBody>
                  <a:tcPr anchor="ctr"/>
                </a:tc>
                <a:tc>
                  <a:txBody>
                    <a:bodyPr/>
                    <a:lstStyle/>
                    <a:p>
                      <a:endParaRPr lang="en-US" sz="2000" dirty="0"/>
                    </a:p>
                  </a:txBody>
                  <a:tcPr anchor="ctr"/>
                </a:tc>
                <a:extLst>
                  <a:ext uri="{0D108BD9-81ED-4DB2-BD59-A6C34878D82A}">
                    <a16:rowId xmlns:a16="http://schemas.microsoft.com/office/drawing/2014/main" val="750311735"/>
                  </a:ext>
                </a:extLst>
              </a:tr>
            </a:tbl>
          </a:graphicData>
        </a:graphic>
      </p:graphicFrame>
      <p:sp>
        <p:nvSpPr>
          <p:cNvPr id="4" name="Title 3">
            <a:extLst>
              <a:ext uri="{FF2B5EF4-FFF2-40B4-BE49-F238E27FC236}">
                <a16:creationId xmlns:a16="http://schemas.microsoft.com/office/drawing/2014/main" id="{3E32417F-6330-483E-F988-935D51ADDEE9}"/>
              </a:ext>
            </a:extLst>
          </p:cNvPr>
          <p:cNvSpPr>
            <a:spLocks noGrp="1"/>
          </p:cNvSpPr>
          <p:nvPr>
            <p:ph type="title"/>
          </p:nvPr>
        </p:nvSpPr>
        <p:spPr>
          <a:xfrm>
            <a:off x="321469" y="272257"/>
            <a:ext cx="11544300" cy="931724"/>
          </a:xfrm>
        </p:spPr>
        <p:txBody>
          <a:bodyPr anchor="ctr">
            <a:normAutofit/>
          </a:bodyPr>
          <a:lstStyle/>
          <a:p>
            <a:r>
              <a:rPr lang="en-US" dirty="0"/>
              <a:t>Picking the right type</a:t>
            </a:r>
          </a:p>
        </p:txBody>
      </p:sp>
    </p:spTree>
    <p:extLst>
      <p:ext uri="{BB962C8B-B14F-4D97-AF65-F5344CB8AC3E}">
        <p14:creationId xmlns:p14="http://schemas.microsoft.com/office/powerpoint/2010/main" val="1237240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D81E8-CA7C-79FD-0625-D6A45256DD40}"/>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45FF2A52-B741-93FF-9E30-B4CBE4AC2323}"/>
              </a:ext>
            </a:extLst>
          </p:cNvPr>
          <p:cNvGraphicFramePr>
            <a:graphicFrameLocks noGrp="1"/>
          </p:cNvGraphicFramePr>
          <p:nvPr>
            <p:ph idx="1"/>
            <p:extLst>
              <p:ext uri="{D42A27DB-BD31-4B8C-83A1-F6EECF244321}">
                <p14:modId xmlns:p14="http://schemas.microsoft.com/office/powerpoint/2010/main" val="2286170302"/>
              </p:ext>
            </p:extLst>
          </p:nvPr>
        </p:nvGraphicFramePr>
        <p:xfrm>
          <a:off x="1079499" y="1465263"/>
          <a:ext cx="7573434" cy="3394601"/>
        </p:xfrm>
        <a:graphic>
          <a:graphicData uri="http://schemas.openxmlformats.org/drawingml/2006/table">
            <a:tbl>
              <a:tblPr firstRow="1">
                <a:tableStyleId>{5C22544A-7EE6-4342-B048-85BDC9FD1C3A}</a:tableStyleId>
              </a:tblPr>
              <a:tblGrid>
                <a:gridCol w="5880101">
                  <a:extLst>
                    <a:ext uri="{9D8B030D-6E8A-4147-A177-3AD203B41FA5}">
                      <a16:colId xmlns:a16="http://schemas.microsoft.com/office/drawing/2014/main" val="2187253447"/>
                    </a:ext>
                  </a:extLst>
                </a:gridCol>
                <a:gridCol w="1693333">
                  <a:extLst>
                    <a:ext uri="{9D8B030D-6E8A-4147-A177-3AD203B41FA5}">
                      <a16:colId xmlns:a16="http://schemas.microsoft.com/office/drawing/2014/main" val="3955234865"/>
                    </a:ext>
                  </a:extLst>
                </a:gridCol>
              </a:tblGrid>
              <a:tr h="484943">
                <a:tc>
                  <a:txBody>
                    <a:bodyPr/>
                    <a:lstStyle/>
                    <a:p>
                      <a:r>
                        <a:rPr lang="en-US" dirty="0"/>
                        <a:t>What are you storing</a:t>
                      </a:r>
                    </a:p>
                  </a:txBody>
                  <a:tcPr anchor="ctr"/>
                </a:tc>
                <a:tc>
                  <a:txBody>
                    <a:bodyPr/>
                    <a:lstStyle/>
                    <a:p>
                      <a:r>
                        <a:rPr lang="en-US" dirty="0"/>
                        <a:t>Type</a:t>
                      </a:r>
                    </a:p>
                  </a:txBody>
                  <a:tcPr anchor="ctr"/>
                </a:tc>
                <a:extLst>
                  <a:ext uri="{0D108BD9-81ED-4DB2-BD59-A6C34878D82A}">
                    <a16:rowId xmlns:a16="http://schemas.microsoft.com/office/drawing/2014/main" val="1605383059"/>
                  </a:ext>
                </a:extLst>
              </a:tr>
              <a:tr h="484943">
                <a:tc>
                  <a:txBody>
                    <a:bodyPr/>
                    <a:lstStyle/>
                    <a:p>
                      <a:r>
                        <a:rPr lang="en-US" sz="2000" dirty="0"/>
                        <a:t>How far the wheel has turned, in encoder ticks</a:t>
                      </a:r>
                    </a:p>
                  </a:txBody>
                  <a:tcPr anchor="ctr"/>
                </a:tc>
                <a:tc>
                  <a:txBody>
                    <a:bodyPr/>
                    <a:lstStyle/>
                    <a:p>
                      <a:r>
                        <a:rPr lang="en-US" sz="2000" dirty="0"/>
                        <a:t>int</a:t>
                      </a:r>
                    </a:p>
                  </a:txBody>
                  <a:tcPr anchor="ctr"/>
                </a:tc>
                <a:extLst>
                  <a:ext uri="{0D108BD9-81ED-4DB2-BD59-A6C34878D82A}">
                    <a16:rowId xmlns:a16="http://schemas.microsoft.com/office/drawing/2014/main" val="1268109233"/>
                  </a:ext>
                </a:extLst>
              </a:tr>
              <a:tr h="484943">
                <a:tc>
                  <a:txBody>
                    <a:bodyPr/>
                    <a:lstStyle/>
                    <a:p>
                      <a:r>
                        <a:rPr lang="en-US" sz="2000" dirty="0"/>
                        <a:t>How far the driver pushed the stick</a:t>
                      </a:r>
                    </a:p>
                  </a:txBody>
                  <a:tcPr anchor="ctr"/>
                </a:tc>
                <a:tc>
                  <a:txBody>
                    <a:bodyPr/>
                    <a:lstStyle/>
                    <a:p>
                      <a:r>
                        <a:rPr lang="en-US" sz="2000" dirty="0"/>
                        <a:t>double</a:t>
                      </a:r>
                    </a:p>
                  </a:txBody>
                  <a:tcPr anchor="ctr"/>
                </a:tc>
                <a:extLst>
                  <a:ext uri="{0D108BD9-81ED-4DB2-BD59-A6C34878D82A}">
                    <a16:rowId xmlns:a16="http://schemas.microsoft.com/office/drawing/2014/main" val="1183668904"/>
                  </a:ext>
                </a:extLst>
              </a:tr>
              <a:tr h="484943">
                <a:tc>
                  <a:txBody>
                    <a:bodyPr/>
                    <a:lstStyle/>
                    <a:p>
                      <a:r>
                        <a:rPr lang="en-US" sz="2000" dirty="0"/>
                        <a:t>Whether the limit switch is pressed</a:t>
                      </a:r>
                    </a:p>
                  </a:txBody>
                  <a:tcPr anchor="ctr"/>
                </a:tc>
                <a:tc>
                  <a:txBody>
                    <a:bodyPr/>
                    <a:lstStyle/>
                    <a:p>
                      <a:r>
                        <a:rPr lang="en-US" sz="2000" dirty="0" err="1"/>
                        <a:t>boolean</a:t>
                      </a:r>
                      <a:endParaRPr lang="en-US" sz="2000" dirty="0"/>
                    </a:p>
                  </a:txBody>
                  <a:tcPr anchor="ctr"/>
                </a:tc>
                <a:extLst>
                  <a:ext uri="{0D108BD9-81ED-4DB2-BD59-A6C34878D82A}">
                    <a16:rowId xmlns:a16="http://schemas.microsoft.com/office/drawing/2014/main" val="2437957031"/>
                  </a:ext>
                </a:extLst>
              </a:tr>
              <a:tr h="484943">
                <a:tc>
                  <a:txBody>
                    <a:bodyPr/>
                    <a:lstStyle/>
                    <a:p>
                      <a:r>
                        <a:rPr lang="en-US" sz="2000" dirty="0"/>
                        <a:t>Which drive mode the robot is in</a:t>
                      </a:r>
                    </a:p>
                  </a:txBody>
                  <a:tcPr anchor="ctr"/>
                </a:tc>
                <a:tc>
                  <a:txBody>
                    <a:bodyPr/>
                    <a:lstStyle/>
                    <a:p>
                      <a:r>
                        <a:rPr lang="en-US" sz="2000" dirty="0"/>
                        <a:t>String</a:t>
                      </a:r>
                    </a:p>
                  </a:txBody>
                  <a:tcPr anchor="ctr"/>
                </a:tc>
                <a:extLst>
                  <a:ext uri="{0D108BD9-81ED-4DB2-BD59-A6C34878D82A}">
                    <a16:rowId xmlns:a16="http://schemas.microsoft.com/office/drawing/2014/main" val="2888596594"/>
                  </a:ext>
                </a:extLst>
              </a:tr>
              <a:tr h="484943">
                <a:tc>
                  <a:txBody>
                    <a:bodyPr/>
                    <a:lstStyle/>
                    <a:p>
                      <a:r>
                        <a:rPr lang="en-US" sz="2000" dirty="0"/>
                        <a:t>How many simulation steps to run</a:t>
                      </a:r>
                    </a:p>
                  </a:txBody>
                  <a:tcPr anchor="ctr"/>
                </a:tc>
                <a:tc>
                  <a:txBody>
                    <a:bodyPr/>
                    <a:lstStyle/>
                    <a:p>
                      <a:r>
                        <a:rPr lang="en-US" sz="2000" dirty="0"/>
                        <a:t>int</a:t>
                      </a:r>
                    </a:p>
                  </a:txBody>
                  <a:tcPr anchor="ctr"/>
                </a:tc>
                <a:extLst>
                  <a:ext uri="{0D108BD9-81ED-4DB2-BD59-A6C34878D82A}">
                    <a16:rowId xmlns:a16="http://schemas.microsoft.com/office/drawing/2014/main" val="3351463687"/>
                  </a:ext>
                </a:extLst>
              </a:tr>
              <a:tr h="484943">
                <a:tc>
                  <a:txBody>
                    <a:bodyPr/>
                    <a:lstStyle/>
                    <a:p>
                      <a:r>
                        <a:rPr lang="en-US" sz="2000" dirty="0"/>
                        <a:t>How many centimeters the robot has traveled</a:t>
                      </a:r>
                    </a:p>
                  </a:txBody>
                  <a:tcPr anchor="ctr"/>
                </a:tc>
                <a:tc>
                  <a:txBody>
                    <a:bodyPr/>
                    <a:lstStyle/>
                    <a:p>
                      <a:r>
                        <a:rPr lang="en-US" sz="2000" dirty="0"/>
                        <a:t>double</a:t>
                      </a:r>
                    </a:p>
                  </a:txBody>
                  <a:tcPr anchor="ctr"/>
                </a:tc>
                <a:extLst>
                  <a:ext uri="{0D108BD9-81ED-4DB2-BD59-A6C34878D82A}">
                    <a16:rowId xmlns:a16="http://schemas.microsoft.com/office/drawing/2014/main" val="750311735"/>
                  </a:ext>
                </a:extLst>
              </a:tr>
            </a:tbl>
          </a:graphicData>
        </a:graphic>
      </p:graphicFrame>
      <p:sp>
        <p:nvSpPr>
          <p:cNvPr id="4" name="Title 3">
            <a:extLst>
              <a:ext uri="{FF2B5EF4-FFF2-40B4-BE49-F238E27FC236}">
                <a16:creationId xmlns:a16="http://schemas.microsoft.com/office/drawing/2014/main" id="{9E5A226E-67CE-5BF5-A44B-9349996EA7AF}"/>
              </a:ext>
            </a:extLst>
          </p:cNvPr>
          <p:cNvSpPr>
            <a:spLocks noGrp="1"/>
          </p:cNvSpPr>
          <p:nvPr>
            <p:ph type="title"/>
          </p:nvPr>
        </p:nvSpPr>
        <p:spPr>
          <a:xfrm>
            <a:off x="321469" y="272257"/>
            <a:ext cx="11544300" cy="931724"/>
          </a:xfrm>
        </p:spPr>
        <p:txBody>
          <a:bodyPr anchor="ctr">
            <a:normAutofit/>
          </a:bodyPr>
          <a:lstStyle/>
          <a:p>
            <a:r>
              <a:rPr lang="en-US" dirty="0"/>
              <a:t>Picking the right type</a:t>
            </a:r>
          </a:p>
        </p:txBody>
      </p:sp>
      <p:sp>
        <p:nvSpPr>
          <p:cNvPr id="5" name="TextBox 4">
            <a:extLst>
              <a:ext uri="{FF2B5EF4-FFF2-40B4-BE49-F238E27FC236}">
                <a16:creationId xmlns:a16="http://schemas.microsoft.com/office/drawing/2014/main" id="{6F19A086-4E0F-0F60-EBAA-E12A0C117AA2}"/>
              </a:ext>
            </a:extLst>
          </p:cNvPr>
          <p:cNvSpPr txBox="1"/>
          <p:nvPr/>
        </p:nvSpPr>
        <p:spPr>
          <a:xfrm>
            <a:off x="1079499" y="5192682"/>
            <a:ext cx="6913034" cy="400110"/>
          </a:xfrm>
          <a:prstGeom prst="rect">
            <a:avLst/>
          </a:prstGeom>
          <a:noFill/>
        </p:spPr>
        <p:txBody>
          <a:bodyPr wrap="square">
            <a:spAutoFit/>
          </a:bodyPr>
          <a:lstStyle/>
          <a:p>
            <a:r>
              <a:rPr lang="en-US" sz="2000" b="1" dirty="0"/>
              <a:t>Ask: can you have half of one? If yes, double, otherwise int</a:t>
            </a:r>
          </a:p>
        </p:txBody>
      </p:sp>
    </p:spTree>
    <p:extLst>
      <p:ext uri="{BB962C8B-B14F-4D97-AF65-F5344CB8AC3E}">
        <p14:creationId xmlns:p14="http://schemas.microsoft.com/office/powerpoint/2010/main" val="2065513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091E3-84FC-3606-CD16-9B2FDAAE053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FCE360-48A5-D1DA-EA04-025A53149C52}"/>
              </a:ext>
            </a:extLst>
          </p:cNvPr>
          <p:cNvSpPr>
            <a:spLocks noGrp="1"/>
          </p:cNvSpPr>
          <p:nvPr>
            <p:ph idx="1"/>
          </p:nvPr>
        </p:nvSpPr>
        <p:spPr>
          <a:xfrm>
            <a:off x="1079499" y="3428999"/>
            <a:ext cx="10786269" cy="2747963"/>
          </a:xfrm>
        </p:spPr>
        <p:txBody>
          <a:bodyPr/>
          <a:lstStyle/>
          <a:p>
            <a:pPr marL="0" indent="0">
              <a:buNone/>
            </a:pPr>
            <a:r>
              <a:rPr lang="en-US" sz="2000" dirty="0"/>
              <a:t>Three short rules:</a:t>
            </a:r>
          </a:p>
          <a:p>
            <a:pPr lvl="0"/>
            <a:r>
              <a:rPr lang="en-US" sz="2000" b="1" dirty="0"/>
              <a:t>camelCase:</a:t>
            </a:r>
            <a:r>
              <a:rPr lang="en-US" sz="2000" dirty="0"/>
              <a:t> start lowercase, capitalize each new word: </a:t>
            </a:r>
            <a:r>
              <a:rPr lang="en-US" sz="2000" dirty="0" err="1"/>
              <a:t>leftSpeed</a:t>
            </a:r>
            <a:r>
              <a:rPr lang="en-US" sz="2000" dirty="0"/>
              <a:t>, </a:t>
            </a:r>
            <a:r>
              <a:rPr lang="en-US" sz="2000" dirty="0" err="1"/>
              <a:t>encoderTicks</a:t>
            </a:r>
            <a:endParaRPr lang="en-US" sz="2000" dirty="0"/>
          </a:p>
          <a:p>
            <a:pPr lvl="0"/>
            <a:r>
              <a:rPr lang="en-US" sz="2000" b="1" dirty="0"/>
              <a:t>Say what it holds:</a:t>
            </a:r>
            <a:r>
              <a:rPr lang="en-US" sz="2000" dirty="0"/>
              <a:t> </a:t>
            </a:r>
            <a:r>
              <a:rPr lang="en-US" sz="2000" dirty="0" err="1"/>
              <a:t>batteryVolts</a:t>
            </a:r>
            <a:r>
              <a:rPr lang="en-US" sz="2000" dirty="0"/>
              <a:t>, not bv or temp</a:t>
            </a:r>
          </a:p>
          <a:p>
            <a:pPr lvl="0"/>
            <a:r>
              <a:rPr lang="en-US" sz="2000" b="1" dirty="0"/>
              <a:t>Booleans ask a question:</a:t>
            </a:r>
            <a:r>
              <a:rPr lang="en-US" sz="2000" dirty="0"/>
              <a:t> </a:t>
            </a:r>
            <a:r>
              <a:rPr lang="en-US" sz="2000" dirty="0" err="1"/>
              <a:t>isMoving</a:t>
            </a:r>
            <a:r>
              <a:rPr lang="en-US" sz="2000" dirty="0"/>
              <a:t>, </a:t>
            </a:r>
            <a:r>
              <a:rPr lang="en-US" sz="2000" dirty="0" err="1"/>
              <a:t>hasGamePiece</a:t>
            </a:r>
            <a:r>
              <a:rPr lang="en-US" sz="2000" dirty="0"/>
              <a:t>, </a:t>
            </a:r>
            <a:r>
              <a:rPr lang="en-US" sz="2000" dirty="0" err="1"/>
              <a:t>atTarget</a:t>
            </a:r>
            <a:endParaRPr lang="en-US" sz="2000" dirty="0"/>
          </a:p>
          <a:p>
            <a:endParaRPr lang="en-US" dirty="0"/>
          </a:p>
        </p:txBody>
      </p:sp>
      <p:sp>
        <p:nvSpPr>
          <p:cNvPr id="4" name="Title 3">
            <a:extLst>
              <a:ext uri="{FF2B5EF4-FFF2-40B4-BE49-F238E27FC236}">
                <a16:creationId xmlns:a16="http://schemas.microsoft.com/office/drawing/2014/main" id="{47B0FDB8-F5C9-9114-36D8-F9429D13BA5B}"/>
              </a:ext>
            </a:extLst>
          </p:cNvPr>
          <p:cNvSpPr>
            <a:spLocks noGrp="1"/>
          </p:cNvSpPr>
          <p:nvPr>
            <p:ph type="title"/>
          </p:nvPr>
        </p:nvSpPr>
        <p:spPr>
          <a:xfrm>
            <a:off x="321469" y="272257"/>
            <a:ext cx="11544300" cy="931724"/>
          </a:xfrm>
        </p:spPr>
        <p:txBody>
          <a:bodyPr anchor="ctr">
            <a:normAutofit/>
          </a:bodyPr>
          <a:lstStyle/>
          <a:p>
            <a:r>
              <a:rPr lang="en-US" dirty="0"/>
              <a:t>Naming things</a:t>
            </a:r>
          </a:p>
        </p:txBody>
      </p:sp>
      <p:sp>
        <p:nvSpPr>
          <p:cNvPr id="5" name="TextBox 4">
            <a:extLst>
              <a:ext uri="{FF2B5EF4-FFF2-40B4-BE49-F238E27FC236}">
                <a16:creationId xmlns:a16="http://schemas.microsoft.com/office/drawing/2014/main" id="{B3C4ACE7-2F09-80C6-7134-1C0CAD3B9A86}"/>
              </a:ext>
            </a:extLst>
          </p:cNvPr>
          <p:cNvSpPr txBox="1"/>
          <p:nvPr/>
        </p:nvSpPr>
        <p:spPr>
          <a:xfrm>
            <a:off x="1079500" y="1810197"/>
            <a:ext cx="4449234" cy="1012585"/>
          </a:xfrm>
          <a:prstGeom prst="rect">
            <a:avLst/>
          </a:prstGeom>
          <a:solidFill>
            <a:schemeClr val="tx1"/>
          </a:solidFill>
        </p:spPr>
        <p:txBody>
          <a:bodyPr wrap="square">
            <a:spAutoFit/>
          </a:bodyPr>
          <a:lstStyle/>
          <a:p>
            <a:pPr>
              <a:lnSpc>
                <a:spcPct val="113095"/>
              </a:lnSpc>
              <a:buNone/>
            </a:pPr>
            <a:r>
              <a:rPr lang="en-US" sz="1800" b="0" dirty="0">
                <a:solidFill>
                  <a:srgbClr val="4EC9B0"/>
                </a:solidFill>
                <a:effectLst/>
                <a:latin typeface="Consolas" panose="020B0609020204030204" pitchFamily="49" charset="0"/>
              </a:rPr>
              <a:t>double</a:t>
            </a:r>
            <a:r>
              <a:rPr lang="en-US" sz="1800" b="0" dirty="0">
                <a:solidFill>
                  <a:srgbClr val="FFA657"/>
                </a:solidFill>
                <a:effectLst/>
                <a:latin typeface="Consolas" panose="020B0609020204030204" pitchFamily="49" charset="0"/>
              </a:rPr>
              <a:t> </a:t>
            </a:r>
            <a:r>
              <a:rPr lang="en-US" sz="1800" b="0" dirty="0">
                <a:solidFill>
                  <a:srgbClr val="C9D1D9"/>
                </a:solidFill>
                <a:effectLst/>
                <a:latin typeface="Consolas" panose="020B0609020204030204" pitchFamily="49" charset="0"/>
              </a:rPr>
              <a:t>a</a:t>
            </a:r>
            <a:r>
              <a:rPr lang="en-US" sz="1800" b="0" dirty="0">
                <a:solidFill>
                  <a:srgbClr val="FFA657"/>
                </a:solidFill>
                <a:effectLst/>
                <a:latin typeface="Consolas" panose="020B0609020204030204" pitchFamily="49" charset="0"/>
              </a:rPr>
              <a:t> </a:t>
            </a:r>
            <a:r>
              <a:rPr lang="en-US" sz="1800" b="0" dirty="0">
                <a:solidFill>
                  <a:srgbClr val="D4D4D4"/>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B5CEA8"/>
                </a:solidFill>
                <a:effectLst/>
                <a:latin typeface="Consolas" panose="020B0609020204030204" pitchFamily="49" charset="0"/>
              </a:rPr>
              <a:t>0.08</a:t>
            </a:r>
            <a:r>
              <a:rPr lang="en-US" sz="1800" b="0" dirty="0">
                <a:solidFill>
                  <a:srgbClr val="BBBEBF"/>
                </a:solidFill>
                <a:effectLst/>
                <a:latin typeface="Consolas" panose="020B0609020204030204" pitchFamily="49" charset="0"/>
              </a:rPr>
              <a:t>;</a:t>
            </a:r>
          </a:p>
          <a:p>
            <a:pPr>
              <a:lnSpc>
                <a:spcPct val="113095"/>
              </a:lnSpc>
            </a:pPr>
            <a:r>
              <a:rPr lang="en-US" dirty="0">
                <a:solidFill>
                  <a:srgbClr val="4EC9B0"/>
                </a:solidFill>
                <a:latin typeface="Consolas" panose="020B0609020204030204" pitchFamily="49" charset="0"/>
              </a:rPr>
              <a:t>double</a:t>
            </a:r>
            <a:r>
              <a:rPr lang="en-US" dirty="0">
                <a:solidFill>
                  <a:srgbClr val="FFA657"/>
                </a:solidFill>
                <a:latin typeface="Consolas" panose="020B0609020204030204" pitchFamily="49" charset="0"/>
              </a:rPr>
              <a:t> </a:t>
            </a:r>
            <a:r>
              <a:rPr lang="en-US" dirty="0">
                <a:solidFill>
                  <a:srgbClr val="C9D1D9"/>
                </a:solidFill>
                <a:latin typeface="Consolas" panose="020B0609020204030204" pitchFamily="49" charset="0"/>
              </a:rPr>
              <a:t>b</a:t>
            </a:r>
            <a:r>
              <a:rPr lang="en-US" dirty="0">
                <a:solidFill>
                  <a:srgbClr val="FFA657"/>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BBBEBF"/>
                </a:solidFill>
                <a:latin typeface="Consolas" panose="020B0609020204030204" pitchFamily="49" charset="0"/>
              </a:rPr>
              <a:t> </a:t>
            </a:r>
            <a:r>
              <a:rPr lang="en-US" dirty="0">
                <a:solidFill>
                  <a:srgbClr val="B5CEA8"/>
                </a:solidFill>
                <a:latin typeface="Consolas" panose="020B0609020204030204" pitchFamily="49" charset="0"/>
              </a:rPr>
              <a:t>0.9</a:t>
            </a:r>
            <a:r>
              <a:rPr lang="en-US" dirty="0">
                <a:solidFill>
                  <a:srgbClr val="BBBEBF"/>
                </a:solidFill>
                <a:latin typeface="Consolas" panose="020B0609020204030204" pitchFamily="49" charset="0"/>
              </a:rPr>
              <a:t>;</a:t>
            </a:r>
          </a:p>
          <a:p>
            <a:pPr>
              <a:lnSpc>
                <a:spcPct val="113095"/>
              </a:lnSpc>
            </a:pPr>
            <a:r>
              <a:rPr lang="en-US" dirty="0">
                <a:solidFill>
                  <a:srgbClr val="4EC9B0"/>
                </a:solidFill>
                <a:latin typeface="Consolas" panose="020B0609020204030204" pitchFamily="49" charset="0"/>
              </a:rPr>
              <a:t>double</a:t>
            </a:r>
            <a:r>
              <a:rPr lang="en-US" dirty="0">
                <a:solidFill>
                  <a:srgbClr val="FFA657"/>
                </a:solidFill>
                <a:latin typeface="Consolas" panose="020B0609020204030204" pitchFamily="49" charset="0"/>
              </a:rPr>
              <a:t> </a:t>
            </a:r>
            <a:r>
              <a:rPr lang="en-US" dirty="0">
                <a:solidFill>
                  <a:srgbClr val="C9D1D9"/>
                </a:solidFill>
                <a:latin typeface="Consolas" panose="020B0609020204030204" pitchFamily="49" charset="0"/>
              </a:rPr>
              <a:t>c</a:t>
            </a:r>
            <a:r>
              <a:rPr lang="en-US" dirty="0">
                <a:solidFill>
                  <a:srgbClr val="FFA657"/>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BBBEBF"/>
                </a:solidFill>
                <a:latin typeface="Consolas" panose="020B0609020204030204" pitchFamily="49" charset="0"/>
              </a:rPr>
              <a:t> </a:t>
            </a:r>
            <a:r>
              <a:rPr lang="en-US" dirty="0">
                <a:solidFill>
                  <a:srgbClr val="B5CEA8"/>
                </a:solidFill>
                <a:latin typeface="Consolas" panose="020B0609020204030204" pitchFamily="49" charset="0"/>
              </a:rPr>
              <a:t>a + b</a:t>
            </a:r>
            <a:r>
              <a:rPr lang="en-US" dirty="0">
                <a:solidFill>
                  <a:srgbClr val="BBBEBF"/>
                </a:solidFill>
                <a:latin typeface="Consolas" panose="020B0609020204030204" pitchFamily="49" charset="0"/>
              </a:rPr>
              <a:t>;</a:t>
            </a:r>
          </a:p>
        </p:txBody>
      </p:sp>
      <p:sp>
        <p:nvSpPr>
          <p:cNvPr id="7" name="TextBox 6">
            <a:extLst>
              <a:ext uri="{FF2B5EF4-FFF2-40B4-BE49-F238E27FC236}">
                <a16:creationId xmlns:a16="http://schemas.microsoft.com/office/drawing/2014/main" id="{A8CB5B66-D266-DE7C-EA94-04DFFD4D791C}"/>
              </a:ext>
            </a:extLst>
          </p:cNvPr>
          <p:cNvSpPr txBox="1"/>
          <p:nvPr/>
        </p:nvSpPr>
        <p:spPr>
          <a:xfrm>
            <a:off x="6879167" y="1810196"/>
            <a:ext cx="4449234" cy="1012585"/>
          </a:xfrm>
          <a:prstGeom prst="rect">
            <a:avLst/>
          </a:prstGeom>
          <a:solidFill>
            <a:schemeClr val="tx1"/>
          </a:solidFill>
        </p:spPr>
        <p:txBody>
          <a:bodyPr wrap="square">
            <a:spAutoFit/>
          </a:bodyPr>
          <a:lstStyle/>
          <a:p>
            <a:pPr>
              <a:lnSpc>
                <a:spcPct val="113095"/>
              </a:lnSpc>
              <a:buNone/>
            </a:pPr>
            <a:r>
              <a:rPr lang="en-US" dirty="0">
                <a:solidFill>
                  <a:srgbClr val="4EC9B0"/>
                </a:solidFill>
                <a:latin typeface="Consolas" panose="020B0609020204030204" pitchFamily="49" charset="0"/>
              </a:rPr>
              <a:t>double</a:t>
            </a:r>
            <a:r>
              <a:rPr lang="en-US" dirty="0">
                <a:solidFill>
                  <a:srgbClr val="FFA657"/>
                </a:solidFill>
                <a:latin typeface="Consolas" panose="020B0609020204030204" pitchFamily="49" charset="0"/>
              </a:rPr>
              <a:t> </a:t>
            </a:r>
            <a:r>
              <a:rPr lang="en-US" dirty="0">
                <a:solidFill>
                  <a:srgbClr val="C9D1D9"/>
                </a:solidFill>
                <a:latin typeface="Consolas" panose="020B0609020204030204" pitchFamily="49" charset="0"/>
              </a:rPr>
              <a:t>forward</a:t>
            </a:r>
            <a:r>
              <a:rPr lang="en-US" dirty="0">
                <a:solidFill>
                  <a:srgbClr val="FFA657"/>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BBBEBF"/>
                </a:solidFill>
                <a:latin typeface="Consolas" panose="020B0609020204030204" pitchFamily="49" charset="0"/>
              </a:rPr>
              <a:t> </a:t>
            </a:r>
            <a:r>
              <a:rPr lang="en-US" dirty="0">
                <a:solidFill>
                  <a:srgbClr val="B5CEA8"/>
                </a:solidFill>
                <a:latin typeface="Consolas" panose="020B0609020204030204" pitchFamily="49" charset="0"/>
              </a:rPr>
              <a:t>0.08</a:t>
            </a:r>
            <a:r>
              <a:rPr lang="en-US" dirty="0">
                <a:solidFill>
                  <a:srgbClr val="BBBEBF"/>
                </a:solidFill>
                <a:latin typeface="Consolas" panose="020B0609020204030204" pitchFamily="49" charset="0"/>
              </a:rPr>
              <a:t>;</a:t>
            </a:r>
          </a:p>
          <a:p>
            <a:pPr>
              <a:lnSpc>
                <a:spcPct val="113095"/>
              </a:lnSpc>
            </a:pPr>
            <a:r>
              <a:rPr lang="en-US" dirty="0">
                <a:solidFill>
                  <a:srgbClr val="4EC9B0"/>
                </a:solidFill>
                <a:latin typeface="Consolas" panose="020B0609020204030204" pitchFamily="49" charset="0"/>
              </a:rPr>
              <a:t>double</a:t>
            </a:r>
            <a:r>
              <a:rPr lang="en-US" dirty="0">
                <a:solidFill>
                  <a:srgbClr val="FFA657"/>
                </a:solidFill>
                <a:latin typeface="Consolas" panose="020B0609020204030204" pitchFamily="49" charset="0"/>
              </a:rPr>
              <a:t> </a:t>
            </a:r>
            <a:r>
              <a:rPr lang="en-US" dirty="0">
                <a:solidFill>
                  <a:srgbClr val="C9D1D9"/>
                </a:solidFill>
                <a:latin typeface="Consolas" panose="020B0609020204030204" pitchFamily="49" charset="0"/>
              </a:rPr>
              <a:t>turn</a:t>
            </a:r>
            <a:r>
              <a:rPr lang="en-US" dirty="0">
                <a:solidFill>
                  <a:srgbClr val="FFA657"/>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BBBEBF"/>
                </a:solidFill>
                <a:latin typeface="Consolas" panose="020B0609020204030204" pitchFamily="49" charset="0"/>
              </a:rPr>
              <a:t> </a:t>
            </a:r>
            <a:r>
              <a:rPr lang="en-US" dirty="0">
                <a:solidFill>
                  <a:srgbClr val="B5CEA8"/>
                </a:solidFill>
                <a:latin typeface="Consolas" panose="020B0609020204030204" pitchFamily="49" charset="0"/>
              </a:rPr>
              <a:t>0.9</a:t>
            </a:r>
            <a:r>
              <a:rPr lang="en-US" dirty="0">
                <a:solidFill>
                  <a:srgbClr val="BBBEBF"/>
                </a:solidFill>
                <a:latin typeface="Consolas" panose="020B0609020204030204" pitchFamily="49" charset="0"/>
              </a:rPr>
              <a:t>;</a:t>
            </a:r>
          </a:p>
          <a:p>
            <a:pPr>
              <a:lnSpc>
                <a:spcPct val="113095"/>
              </a:lnSpc>
            </a:pPr>
            <a:r>
              <a:rPr lang="en-US" dirty="0">
                <a:solidFill>
                  <a:srgbClr val="4EC9B0"/>
                </a:solidFill>
                <a:latin typeface="Consolas" panose="020B0609020204030204" pitchFamily="49" charset="0"/>
              </a:rPr>
              <a:t>double</a:t>
            </a:r>
            <a:r>
              <a:rPr lang="en-US" dirty="0">
                <a:solidFill>
                  <a:srgbClr val="FFA657"/>
                </a:solidFill>
                <a:latin typeface="Consolas" panose="020B0609020204030204" pitchFamily="49" charset="0"/>
              </a:rPr>
              <a:t> </a:t>
            </a:r>
            <a:r>
              <a:rPr lang="en-US" dirty="0" err="1">
                <a:solidFill>
                  <a:srgbClr val="C9D1D9"/>
                </a:solidFill>
                <a:latin typeface="Consolas" panose="020B0609020204030204" pitchFamily="49" charset="0"/>
              </a:rPr>
              <a:t>leftSpeed</a:t>
            </a:r>
            <a:r>
              <a:rPr lang="en-US" dirty="0">
                <a:solidFill>
                  <a:srgbClr val="FFA657"/>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BBBEBF"/>
                </a:solidFill>
                <a:latin typeface="Consolas" panose="020B0609020204030204" pitchFamily="49" charset="0"/>
              </a:rPr>
              <a:t> </a:t>
            </a:r>
            <a:r>
              <a:rPr lang="en-US" dirty="0">
                <a:solidFill>
                  <a:srgbClr val="B5CEA8"/>
                </a:solidFill>
                <a:latin typeface="Consolas" panose="020B0609020204030204" pitchFamily="49" charset="0"/>
              </a:rPr>
              <a:t>forward + turn</a:t>
            </a:r>
            <a:r>
              <a:rPr lang="en-US" dirty="0">
                <a:solidFill>
                  <a:srgbClr val="BBBEBF"/>
                </a:solidFill>
                <a:latin typeface="Consolas" panose="020B0609020204030204" pitchFamily="49" charset="0"/>
              </a:rPr>
              <a:t>;</a:t>
            </a:r>
          </a:p>
        </p:txBody>
      </p:sp>
      <p:sp>
        <p:nvSpPr>
          <p:cNvPr id="9" name="TextBox 8">
            <a:extLst>
              <a:ext uri="{FF2B5EF4-FFF2-40B4-BE49-F238E27FC236}">
                <a16:creationId xmlns:a16="http://schemas.microsoft.com/office/drawing/2014/main" id="{B7966EFA-330B-3794-F2BF-2960C5B42F83}"/>
              </a:ext>
            </a:extLst>
          </p:cNvPr>
          <p:cNvSpPr txBox="1"/>
          <p:nvPr/>
        </p:nvSpPr>
        <p:spPr>
          <a:xfrm>
            <a:off x="1079499" y="1307032"/>
            <a:ext cx="1926168" cy="400110"/>
          </a:xfrm>
          <a:prstGeom prst="rect">
            <a:avLst/>
          </a:prstGeom>
          <a:noFill/>
        </p:spPr>
        <p:txBody>
          <a:bodyPr wrap="square">
            <a:spAutoFit/>
          </a:bodyPr>
          <a:lstStyle/>
          <a:p>
            <a:r>
              <a:rPr lang="en-US" sz="2000" b="1" dirty="0"/>
              <a:t>Same Program</a:t>
            </a:r>
          </a:p>
        </p:txBody>
      </p:sp>
      <p:sp>
        <p:nvSpPr>
          <p:cNvPr id="11" name="TextBox 10">
            <a:extLst>
              <a:ext uri="{FF2B5EF4-FFF2-40B4-BE49-F238E27FC236}">
                <a16:creationId xmlns:a16="http://schemas.microsoft.com/office/drawing/2014/main" id="{DF94B167-53CF-7904-47AF-F73706973212}"/>
              </a:ext>
            </a:extLst>
          </p:cNvPr>
          <p:cNvSpPr txBox="1"/>
          <p:nvPr/>
        </p:nvSpPr>
        <p:spPr>
          <a:xfrm>
            <a:off x="6879167" y="1307032"/>
            <a:ext cx="1926168" cy="400110"/>
          </a:xfrm>
          <a:prstGeom prst="rect">
            <a:avLst/>
          </a:prstGeom>
          <a:noFill/>
        </p:spPr>
        <p:txBody>
          <a:bodyPr wrap="square">
            <a:spAutoFit/>
          </a:bodyPr>
          <a:lstStyle/>
          <a:p>
            <a:r>
              <a:rPr lang="en-US" sz="2000" b="1" dirty="0"/>
              <a:t>Same Program</a:t>
            </a:r>
          </a:p>
        </p:txBody>
      </p:sp>
    </p:spTree>
    <p:extLst>
      <p:ext uri="{BB962C8B-B14F-4D97-AF65-F5344CB8AC3E}">
        <p14:creationId xmlns:p14="http://schemas.microsoft.com/office/powerpoint/2010/main" val="747639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705CD-B0D1-EAE7-D8D8-FF4F1E32526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E17328A-0CF1-311D-202A-3C8F9F8F6AB2}"/>
              </a:ext>
            </a:extLst>
          </p:cNvPr>
          <p:cNvSpPr>
            <a:spLocks noGrp="1"/>
          </p:cNvSpPr>
          <p:nvPr>
            <p:ph type="title"/>
          </p:nvPr>
        </p:nvSpPr>
        <p:spPr>
          <a:xfrm>
            <a:off x="321469" y="272257"/>
            <a:ext cx="11544300" cy="931724"/>
          </a:xfrm>
        </p:spPr>
        <p:txBody>
          <a:bodyPr anchor="ctr">
            <a:normAutofit/>
          </a:bodyPr>
          <a:lstStyle/>
          <a:p>
            <a:r>
              <a:rPr lang="en-US" dirty="0"/>
              <a:t>Live: The compiler is on your side</a:t>
            </a:r>
          </a:p>
        </p:txBody>
      </p:sp>
      <p:sp>
        <p:nvSpPr>
          <p:cNvPr id="5" name="TextBox 4">
            <a:extLst>
              <a:ext uri="{FF2B5EF4-FFF2-40B4-BE49-F238E27FC236}">
                <a16:creationId xmlns:a16="http://schemas.microsoft.com/office/drawing/2014/main" id="{8DF8EB1E-ACDA-81A8-1363-78C0EAA99E68}"/>
              </a:ext>
            </a:extLst>
          </p:cNvPr>
          <p:cNvSpPr txBox="1"/>
          <p:nvPr/>
        </p:nvSpPr>
        <p:spPr>
          <a:xfrm>
            <a:off x="1079500" y="1547730"/>
            <a:ext cx="2434167" cy="386516"/>
          </a:xfrm>
          <a:prstGeom prst="rect">
            <a:avLst/>
          </a:prstGeom>
          <a:solidFill>
            <a:schemeClr val="tx1"/>
          </a:solidFill>
        </p:spPr>
        <p:txBody>
          <a:bodyPr wrap="square">
            <a:spAutoFit/>
          </a:bodyPr>
          <a:lstStyle/>
          <a:p>
            <a:pPr>
              <a:lnSpc>
                <a:spcPct val="113095"/>
              </a:lnSpc>
              <a:buNone/>
            </a:pPr>
            <a:r>
              <a:rPr lang="en-US" sz="1800" b="0" dirty="0">
                <a:solidFill>
                  <a:srgbClr val="4EC9B0"/>
                </a:solidFill>
                <a:effectLst/>
                <a:latin typeface="Consolas" panose="020B0609020204030204" pitchFamily="49" charset="0"/>
              </a:rPr>
              <a:t>int</a:t>
            </a:r>
            <a:r>
              <a:rPr lang="en-US" sz="1800" b="0" dirty="0">
                <a:solidFill>
                  <a:srgbClr val="FFA657"/>
                </a:solidFill>
                <a:effectLst/>
                <a:latin typeface="Consolas" panose="020B0609020204030204" pitchFamily="49" charset="0"/>
              </a:rPr>
              <a:t> </a:t>
            </a:r>
            <a:r>
              <a:rPr lang="en-US" sz="1800" b="0" dirty="0">
                <a:solidFill>
                  <a:srgbClr val="C9D1D9"/>
                </a:solidFill>
                <a:effectLst/>
                <a:latin typeface="Consolas" panose="020B0609020204030204" pitchFamily="49" charset="0"/>
              </a:rPr>
              <a:t>ticks</a:t>
            </a:r>
            <a:r>
              <a:rPr lang="en-US" sz="1800" b="0" dirty="0">
                <a:solidFill>
                  <a:srgbClr val="FFA657"/>
                </a:solidFill>
                <a:effectLst/>
                <a:latin typeface="Consolas" panose="020B0609020204030204" pitchFamily="49" charset="0"/>
              </a:rPr>
              <a:t> </a:t>
            </a:r>
            <a:r>
              <a:rPr lang="en-US" sz="1800" b="0" dirty="0">
                <a:solidFill>
                  <a:srgbClr val="D4D4D4"/>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B5CEA8"/>
                </a:solidFill>
                <a:effectLst/>
                <a:latin typeface="Consolas" panose="020B0609020204030204" pitchFamily="49" charset="0"/>
              </a:rPr>
              <a:t>0.5</a:t>
            </a:r>
            <a:r>
              <a:rPr lang="en-US" sz="1800" b="0" dirty="0">
                <a:solidFill>
                  <a:srgbClr val="BBBEBF"/>
                </a:solidFill>
                <a:effectLst/>
                <a:latin typeface="Consolas" panose="020B0609020204030204" pitchFamily="49" charset="0"/>
              </a:rPr>
              <a:t>;</a:t>
            </a:r>
          </a:p>
        </p:txBody>
      </p:sp>
    </p:spTree>
    <p:extLst>
      <p:ext uri="{BB962C8B-B14F-4D97-AF65-F5344CB8AC3E}">
        <p14:creationId xmlns:p14="http://schemas.microsoft.com/office/powerpoint/2010/main" val="3052939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E8BC0-E67C-F709-1423-5D0FFD53FB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B49673-2DBE-1155-5539-46CA74B6542A}"/>
              </a:ext>
            </a:extLst>
          </p:cNvPr>
          <p:cNvSpPr>
            <a:spLocks noGrp="1"/>
          </p:cNvSpPr>
          <p:nvPr>
            <p:ph type="title"/>
          </p:nvPr>
        </p:nvSpPr>
        <p:spPr/>
        <p:txBody>
          <a:bodyPr/>
          <a:lstStyle/>
          <a:p>
            <a:r>
              <a:rPr lang="en-US" dirty="0"/>
              <a:t>Lab 1: RobotStatus.java</a:t>
            </a:r>
          </a:p>
        </p:txBody>
      </p:sp>
    </p:spTree>
    <p:extLst>
      <p:ext uri="{BB962C8B-B14F-4D97-AF65-F5344CB8AC3E}">
        <p14:creationId xmlns:p14="http://schemas.microsoft.com/office/powerpoint/2010/main" val="4267305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EA900-E413-4FB1-A15B-E98E9A4536E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58A547-52E6-137C-D7D7-3013D8C33C95}"/>
              </a:ext>
            </a:extLst>
          </p:cNvPr>
          <p:cNvSpPr>
            <a:spLocks noGrp="1"/>
          </p:cNvSpPr>
          <p:nvPr>
            <p:ph type="title"/>
          </p:nvPr>
        </p:nvSpPr>
        <p:spPr/>
        <p:txBody>
          <a:bodyPr/>
          <a:lstStyle/>
          <a:p>
            <a:r>
              <a:rPr lang="en-US" dirty="0"/>
              <a:t>Operators</a:t>
            </a:r>
          </a:p>
        </p:txBody>
      </p:sp>
    </p:spTree>
    <p:extLst>
      <p:ext uri="{BB962C8B-B14F-4D97-AF65-F5344CB8AC3E}">
        <p14:creationId xmlns:p14="http://schemas.microsoft.com/office/powerpoint/2010/main" val="3131463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C0E9C-6B30-3604-A5C8-C5CF72C550E4}"/>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0F2F6600-E687-ECF3-9004-569815A946C3}"/>
              </a:ext>
            </a:extLst>
          </p:cNvPr>
          <p:cNvGraphicFramePr>
            <a:graphicFrameLocks noGrp="1"/>
          </p:cNvGraphicFramePr>
          <p:nvPr>
            <p:ph idx="1"/>
            <p:extLst>
              <p:ext uri="{D42A27DB-BD31-4B8C-83A1-F6EECF244321}">
                <p14:modId xmlns:p14="http://schemas.microsoft.com/office/powerpoint/2010/main" val="1007881315"/>
              </p:ext>
            </p:extLst>
          </p:nvPr>
        </p:nvGraphicFramePr>
        <p:xfrm>
          <a:off x="1079500" y="1465263"/>
          <a:ext cx="10785474" cy="3191406"/>
        </p:xfrm>
        <a:graphic>
          <a:graphicData uri="http://schemas.openxmlformats.org/drawingml/2006/table">
            <a:tbl>
              <a:tblPr firstRow="1">
                <a:tableStyleId>{5C22544A-7EE6-4342-B048-85BDC9FD1C3A}</a:tableStyleId>
              </a:tblPr>
              <a:tblGrid>
                <a:gridCol w="2027767">
                  <a:extLst>
                    <a:ext uri="{9D8B030D-6E8A-4147-A177-3AD203B41FA5}">
                      <a16:colId xmlns:a16="http://schemas.microsoft.com/office/drawing/2014/main" val="2337130847"/>
                    </a:ext>
                  </a:extLst>
                </a:gridCol>
                <a:gridCol w="2946400">
                  <a:extLst>
                    <a:ext uri="{9D8B030D-6E8A-4147-A177-3AD203B41FA5}">
                      <a16:colId xmlns:a16="http://schemas.microsoft.com/office/drawing/2014/main" val="4084679111"/>
                    </a:ext>
                  </a:extLst>
                </a:gridCol>
                <a:gridCol w="5811307">
                  <a:extLst>
                    <a:ext uri="{9D8B030D-6E8A-4147-A177-3AD203B41FA5}">
                      <a16:colId xmlns:a16="http://schemas.microsoft.com/office/drawing/2014/main" val="4091632142"/>
                    </a:ext>
                  </a:extLst>
                </a:gridCol>
              </a:tblGrid>
              <a:tr h="531901">
                <a:tc>
                  <a:txBody>
                    <a:bodyPr/>
                    <a:lstStyle/>
                    <a:p>
                      <a:pPr algn="ctr"/>
                      <a:r>
                        <a:rPr lang="en-US" dirty="0"/>
                        <a:t>Operator</a:t>
                      </a:r>
                    </a:p>
                  </a:txBody>
                  <a:tcPr anchor="ctr"/>
                </a:tc>
                <a:tc>
                  <a:txBody>
                    <a:bodyPr/>
                    <a:lstStyle/>
                    <a:p>
                      <a:r>
                        <a:rPr lang="en-US" dirty="0"/>
                        <a:t>Does</a:t>
                      </a:r>
                    </a:p>
                  </a:txBody>
                  <a:tcPr anchor="ctr"/>
                </a:tc>
                <a:tc>
                  <a:txBody>
                    <a:bodyPr/>
                    <a:lstStyle/>
                    <a:p>
                      <a:r>
                        <a:rPr lang="en-US" dirty="0"/>
                        <a:t>On a robot</a:t>
                      </a:r>
                    </a:p>
                  </a:txBody>
                  <a:tcPr anchor="ctr"/>
                </a:tc>
                <a:extLst>
                  <a:ext uri="{0D108BD9-81ED-4DB2-BD59-A6C34878D82A}">
                    <a16:rowId xmlns:a16="http://schemas.microsoft.com/office/drawing/2014/main" val="1125132755"/>
                  </a:ext>
                </a:extLst>
              </a:tr>
              <a:tr h="531901">
                <a:tc>
                  <a:txBody>
                    <a:bodyPr/>
                    <a:lstStyle/>
                    <a:p>
                      <a:pPr algn="ctr"/>
                      <a:r>
                        <a:rPr lang="en-US" dirty="0"/>
                        <a:t>+</a:t>
                      </a:r>
                    </a:p>
                  </a:txBody>
                  <a:tcPr anchor="ctr"/>
                </a:tc>
                <a:tc>
                  <a:txBody>
                    <a:bodyPr/>
                    <a:lstStyle/>
                    <a:p>
                      <a:r>
                        <a:rPr lang="en-US" dirty="0"/>
                        <a:t>Adds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rgbClr val="4EC9B0"/>
                          </a:solidFill>
                          <a:effectLst/>
                          <a:highlight>
                            <a:srgbClr val="000000"/>
                          </a:highlight>
                          <a:latin typeface="Consolas" panose="020B0609020204030204" pitchFamily="49" charset="0"/>
                        </a:rPr>
                        <a:t>double</a:t>
                      </a:r>
                      <a:r>
                        <a:rPr lang="en-US" sz="1800" b="0" dirty="0">
                          <a:solidFill>
                            <a:srgbClr val="FFA657"/>
                          </a:solidFill>
                          <a:effectLst/>
                          <a:highlight>
                            <a:srgbClr val="000000"/>
                          </a:highlight>
                          <a:latin typeface="Consolas" panose="020B0609020204030204" pitchFamily="49" charset="0"/>
                        </a:rPr>
                        <a:t> </a:t>
                      </a:r>
                      <a:r>
                        <a:rPr lang="en-US" sz="1800" b="0" dirty="0" err="1">
                          <a:solidFill>
                            <a:srgbClr val="C9D1D9"/>
                          </a:solidFill>
                          <a:effectLst/>
                          <a:highlight>
                            <a:srgbClr val="000000"/>
                          </a:highlight>
                          <a:latin typeface="Consolas" panose="020B0609020204030204" pitchFamily="49" charset="0"/>
                        </a:rPr>
                        <a:t>leftSpeed</a:t>
                      </a:r>
                      <a:r>
                        <a:rPr lang="en-US" sz="1800" b="0" dirty="0">
                          <a:solidFill>
                            <a:srgbClr val="FFA657"/>
                          </a:solidFill>
                          <a:effectLst/>
                          <a:highlight>
                            <a:srgbClr val="000000"/>
                          </a:highlight>
                          <a:latin typeface="Consolas" panose="020B0609020204030204" pitchFamily="49" charset="0"/>
                        </a:rPr>
                        <a:t> </a:t>
                      </a:r>
                      <a:r>
                        <a:rPr lang="en-US" sz="1800" b="0" dirty="0">
                          <a:solidFill>
                            <a:srgbClr val="D4D4D4"/>
                          </a:solidFill>
                          <a:effectLst/>
                          <a:highlight>
                            <a:srgbClr val="000000"/>
                          </a:highlight>
                          <a:latin typeface="Consolas" panose="020B0609020204030204" pitchFamily="49" charset="0"/>
                        </a:rPr>
                        <a:t>=</a:t>
                      </a:r>
                      <a:r>
                        <a:rPr lang="en-US" sz="1800" b="0" dirty="0">
                          <a:solidFill>
                            <a:srgbClr val="BBBEBF"/>
                          </a:solidFill>
                          <a:effectLst/>
                          <a:highlight>
                            <a:srgbClr val="000000"/>
                          </a:highlight>
                          <a:latin typeface="Consolas" panose="020B0609020204030204" pitchFamily="49" charset="0"/>
                        </a:rPr>
                        <a:t> </a:t>
                      </a:r>
                      <a:r>
                        <a:rPr lang="en-US" sz="1800" b="0" dirty="0">
                          <a:solidFill>
                            <a:srgbClr val="B5CEA8"/>
                          </a:solidFill>
                          <a:effectLst/>
                          <a:highlight>
                            <a:srgbClr val="000000"/>
                          </a:highlight>
                          <a:latin typeface="Consolas" panose="020B0609020204030204" pitchFamily="49" charset="0"/>
                        </a:rPr>
                        <a:t>forward + turn</a:t>
                      </a:r>
                      <a:r>
                        <a:rPr lang="en-US" sz="1800" b="0" dirty="0">
                          <a:solidFill>
                            <a:srgbClr val="BBBEBF"/>
                          </a:solidFill>
                          <a:effectLst/>
                          <a:highlight>
                            <a:srgbClr val="000000"/>
                          </a:highlight>
                          <a:latin typeface="Consolas" panose="020B0609020204030204" pitchFamily="49" charset="0"/>
                        </a:rPr>
                        <a:t>;</a:t>
                      </a:r>
                    </a:p>
                  </a:txBody>
                  <a:tcPr anchor="ctr"/>
                </a:tc>
                <a:extLst>
                  <a:ext uri="{0D108BD9-81ED-4DB2-BD59-A6C34878D82A}">
                    <a16:rowId xmlns:a16="http://schemas.microsoft.com/office/drawing/2014/main" val="839363685"/>
                  </a:ext>
                </a:extLst>
              </a:tr>
              <a:tr h="531901">
                <a:tc>
                  <a:txBody>
                    <a:bodyPr/>
                    <a:lstStyle/>
                    <a:p>
                      <a:pPr algn="ctr"/>
                      <a:r>
                        <a:rPr lang="en-US" dirty="0"/>
                        <a:t>-</a:t>
                      </a:r>
                    </a:p>
                  </a:txBody>
                  <a:tcPr anchor="ctr"/>
                </a:tc>
                <a:tc>
                  <a:txBody>
                    <a:bodyPr/>
                    <a:lstStyle/>
                    <a:p>
                      <a:r>
                        <a:rPr lang="en-US" dirty="0"/>
                        <a:t>Subtracts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rgbClr val="4EC9B0"/>
                          </a:solidFill>
                          <a:effectLst/>
                          <a:highlight>
                            <a:srgbClr val="000000"/>
                          </a:highlight>
                          <a:latin typeface="Consolas" panose="020B0609020204030204" pitchFamily="49" charset="0"/>
                        </a:rPr>
                        <a:t>double</a:t>
                      </a:r>
                      <a:r>
                        <a:rPr lang="en-US" sz="1800" b="0" dirty="0">
                          <a:solidFill>
                            <a:srgbClr val="FFA657"/>
                          </a:solidFill>
                          <a:effectLst/>
                          <a:highlight>
                            <a:srgbClr val="000000"/>
                          </a:highlight>
                          <a:latin typeface="Consolas" panose="020B0609020204030204" pitchFamily="49" charset="0"/>
                        </a:rPr>
                        <a:t> </a:t>
                      </a:r>
                      <a:r>
                        <a:rPr lang="en-US" sz="1800" b="0" dirty="0" err="1">
                          <a:solidFill>
                            <a:srgbClr val="C9D1D9"/>
                          </a:solidFill>
                          <a:effectLst/>
                          <a:highlight>
                            <a:srgbClr val="000000"/>
                          </a:highlight>
                          <a:latin typeface="Consolas" panose="020B0609020204030204" pitchFamily="49" charset="0"/>
                        </a:rPr>
                        <a:t>rightSpeed</a:t>
                      </a:r>
                      <a:r>
                        <a:rPr lang="en-US" sz="1800" b="0" dirty="0">
                          <a:solidFill>
                            <a:srgbClr val="FFA657"/>
                          </a:solidFill>
                          <a:effectLst/>
                          <a:highlight>
                            <a:srgbClr val="000000"/>
                          </a:highlight>
                          <a:latin typeface="Consolas" panose="020B0609020204030204" pitchFamily="49" charset="0"/>
                        </a:rPr>
                        <a:t> </a:t>
                      </a:r>
                      <a:r>
                        <a:rPr lang="en-US" sz="1800" b="0" dirty="0">
                          <a:solidFill>
                            <a:srgbClr val="D4D4D4"/>
                          </a:solidFill>
                          <a:effectLst/>
                          <a:highlight>
                            <a:srgbClr val="000000"/>
                          </a:highlight>
                          <a:latin typeface="Consolas" panose="020B0609020204030204" pitchFamily="49" charset="0"/>
                        </a:rPr>
                        <a:t>=</a:t>
                      </a:r>
                      <a:r>
                        <a:rPr lang="en-US" sz="1800" b="0" dirty="0">
                          <a:solidFill>
                            <a:srgbClr val="BBBEBF"/>
                          </a:solidFill>
                          <a:effectLst/>
                          <a:highlight>
                            <a:srgbClr val="000000"/>
                          </a:highlight>
                          <a:latin typeface="Consolas" panose="020B0609020204030204" pitchFamily="49" charset="0"/>
                        </a:rPr>
                        <a:t> </a:t>
                      </a:r>
                      <a:r>
                        <a:rPr lang="en-US" sz="1800" b="0" dirty="0">
                          <a:solidFill>
                            <a:srgbClr val="B5CEA8"/>
                          </a:solidFill>
                          <a:effectLst/>
                          <a:highlight>
                            <a:srgbClr val="000000"/>
                          </a:highlight>
                          <a:latin typeface="Consolas" panose="020B0609020204030204" pitchFamily="49" charset="0"/>
                        </a:rPr>
                        <a:t>forward - turn</a:t>
                      </a:r>
                      <a:r>
                        <a:rPr lang="en-US" sz="1800" b="0" dirty="0">
                          <a:solidFill>
                            <a:srgbClr val="BBBEBF"/>
                          </a:solidFill>
                          <a:effectLst/>
                          <a:highlight>
                            <a:srgbClr val="000000"/>
                          </a:highlight>
                          <a:latin typeface="Consolas" panose="020B0609020204030204" pitchFamily="49" charset="0"/>
                        </a:rPr>
                        <a:t>;</a:t>
                      </a:r>
                    </a:p>
                  </a:txBody>
                  <a:tcPr anchor="ctr"/>
                </a:tc>
                <a:extLst>
                  <a:ext uri="{0D108BD9-81ED-4DB2-BD59-A6C34878D82A}">
                    <a16:rowId xmlns:a16="http://schemas.microsoft.com/office/drawing/2014/main" val="836576116"/>
                  </a:ext>
                </a:extLst>
              </a:tr>
              <a:tr h="531901">
                <a:tc>
                  <a:txBody>
                    <a:bodyPr/>
                    <a:lstStyle/>
                    <a:p>
                      <a:pPr algn="ctr"/>
                      <a:r>
                        <a:rPr lang="en-US" dirty="0"/>
                        <a:t>*</a:t>
                      </a:r>
                    </a:p>
                  </a:txBody>
                  <a:tcPr anchor="ctr"/>
                </a:tc>
                <a:tc>
                  <a:txBody>
                    <a:bodyPr/>
                    <a:lstStyle/>
                    <a:p>
                      <a:r>
                        <a:rPr lang="en-US" dirty="0"/>
                        <a:t>Multiplies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rgbClr val="4EC9B0"/>
                          </a:solidFill>
                          <a:effectLst/>
                          <a:highlight>
                            <a:srgbClr val="000000"/>
                          </a:highlight>
                          <a:latin typeface="Consolas" panose="020B0609020204030204" pitchFamily="49" charset="0"/>
                        </a:rPr>
                        <a:t>double</a:t>
                      </a:r>
                      <a:r>
                        <a:rPr lang="en-US" sz="1800" b="0" dirty="0">
                          <a:solidFill>
                            <a:srgbClr val="FFA657"/>
                          </a:solidFill>
                          <a:effectLst/>
                          <a:highlight>
                            <a:srgbClr val="000000"/>
                          </a:highlight>
                          <a:latin typeface="Consolas" panose="020B0609020204030204" pitchFamily="49" charset="0"/>
                        </a:rPr>
                        <a:t> </a:t>
                      </a:r>
                      <a:r>
                        <a:rPr lang="en-US" sz="1800" b="0" dirty="0">
                          <a:solidFill>
                            <a:srgbClr val="C9D1D9"/>
                          </a:solidFill>
                          <a:effectLst/>
                          <a:highlight>
                            <a:srgbClr val="000000"/>
                          </a:highlight>
                          <a:latin typeface="Consolas" panose="020B0609020204030204" pitchFamily="49" charset="0"/>
                        </a:rPr>
                        <a:t>volts</a:t>
                      </a:r>
                      <a:r>
                        <a:rPr lang="en-US" sz="1800" b="0" dirty="0">
                          <a:solidFill>
                            <a:srgbClr val="FFA657"/>
                          </a:solidFill>
                          <a:effectLst/>
                          <a:highlight>
                            <a:srgbClr val="000000"/>
                          </a:highlight>
                          <a:latin typeface="Consolas" panose="020B0609020204030204" pitchFamily="49" charset="0"/>
                        </a:rPr>
                        <a:t> </a:t>
                      </a:r>
                      <a:r>
                        <a:rPr lang="en-US" sz="1800" b="0" dirty="0">
                          <a:solidFill>
                            <a:srgbClr val="D4D4D4"/>
                          </a:solidFill>
                          <a:effectLst/>
                          <a:highlight>
                            <a:srgbClr val="000000"/>
                          </a:highlight>
                          <a:latin typeface="Consolas" panose="020B0609020204030204" pitchFamily="49" charset="0"/>
                        </a:rPr>
                        <a:t>=</a:t>
                      </a:r>
                      <a:r>
                        <a:rPr lang="en-US" sz="1800" b="0" dirty="0">
                          <a:solidFill>
                            <a:srgbClr val="BBBEBF"/>
                          </a:solidFill>
                          <a:effectLst/>
                          <a:highlight>
                            <a:srgbClr val="000000"/>
                          </a:highlight>
                          <a:latin typeface="Consolas" panose="020B0609020204030204" pitchFamily="49" charset="0"/>
                        </a:rPr>
                        <a:t> </a:t>
                      </a:r>
                      <a:r>
                        <a:rPr lang="en-US" sz="1800" b="0" dirty="0">
                          <a:solidFill>
                            <a:srgbClr val="B5CEA8"/>
                          </a:solidFill>
                          <a:effectLst/>
                          <a:highlight>
                            <a:srgbClr val="000000"/>
                          </a:highlight>
                          <a:latin typeface="Consolas" panose="020B0609020204030204" pitchFamily="49" charset="0"/>
                        </a:rPr>
                        <a:t>speed * </a:t>
                      </a:r>
                      <a:r>
                        <a:rPr lang="en-US" sz="1800" b="0" dirty="0" err="1">
                          <a:solidFill>
                            <a:srgbClr val="B5CEA8"/>
                          </a:solidFill>
                          <a:effectLst/>
                          <a:highlight>
                            <a:srgbClr val="000000"/>
                          </a:highlight>
                          <a:latin typeface="Consolas" panose="020B0609020204030204" pitchFamily="49" charset="0"/>
                        </a:rPr>
                        <a:t>batteryVolts</a:t>
                      </a:r>
                      <a:r>
                        <a:rPr lang="en-US" sz="1800" b="0" dirty="0">
                          <a:solidFill>
                            <a:srgbClr val="BBBEBF"/>
                          </a:solidFill>
                          <a:effectLst/>
                          <a:highlight>
                            <a:srgbClr val="000000"/>
                          </a:highlight>
                          <a:latin typeface="Consolas" panose="020B0609020204030204" pitchFamily="49" charset="0"/>
                        </a:rPr>
                        <a:t>;</a:t>
                      </a:r>
                    </a:p>
                  </a:txBody>
                  <a:tcPr anchor="ctr"/>
                </a:tc>
                <a:extLst>
                  <a:ext uri="{0D108BD9-81ED-4DB2-BD59-A6C34878D82A}">
                    <a16:rowId xmlns:a16="http://schemas.microsoft.com/office/drawing/2014/main" val="203817897"/>
                  </a:ext>
                </a:extLst>
              </a:tr>
              <a:tr h="531901">
                <a:tc>
                  <a:txBody>
                    <a:bodyPr/>
                    <a:lstStyle/>
                    <a:p>
                      <a:pPr algn="ctr"/>
                      <a:r>
                        <a:rPr lang="en-US" dirty="0"/>
                        <a:t>/</a:t>
                      </a:r>
                    </a:p>
                  </a:txBody>
                  <a:tcPr anchor="ctr"/>
                </a:tc>
                <a:tc>
                  <a:txBody>
                    <a:bodyPr/>
                    <a:lstStyle/>
                    <a:p>
                      <a:r>
                        <a:rPr lang="en-US" dirty="0"/>
                        <a:t>Divides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rgbClr val="4EC9B0"/>
                          </a:solidFill>
                          <a:effectLst/>
                          <a:highlight>
                            <a:srgbClr val="000000"/>
                          </a:highlight>
                          <a:latin typeface="Consolas" panose="020B0609020204030204" pitchFamily="49" charset="0"/>
                        </a:rPr>
                        <a:t>double</a:t>
                      </a:r>
                      <a:r>
                        <a:rPr lang="en-US" sz="1800" b="0" dirty="0">
                          <a:solidFill>
                            <a:srgbClr val="FFA657"/>
                          </a:solidFill>
                          <a:effectLst/>
                          <a:highlight>
                            <a:srgbClr val="000000"/>
                          </a:highlight>
                          <a:latin typeface="Consolas" panose="020B0609020204030204" pitchFamily="49" charset="0"/>
                        </a:rPr>
                        <a:t> </a:t>
                      </a:r>
                      <a:r>
                        <a:rPr lang="en-US" sz="1800" b="0" dirty="0">
                          <a:solidFill>
                            <a:srgbClr val="C9D1D9"/>
                          </a:solidFill>
                          <a:effectLst/>
                          <a:highlight>
                            <a:srgbClr val="000000"/>
                          </a:highlight>
                          <a:latin typeface="Consolas" panose="020B0609020204030204" pitchFamily="49" charset="0"/>
                        </a:rPr>
                        <a:t>revs</a:t>
                      </a:r>
                      <a:r>
                        <a:rPr lang="en-US" sz="1800" b="0" dirty="0">
                          <a:solidFill>
                            <a:srgbClr val="FFA657"/>
                          </a:solidFill>
                          <a:effectLst/>
                          <a:highlight>
                            <a:srgbClr val="000000"/>
                          </a:highlight>
                          <a:latin typeface="Consolas" panose="020B0609020204030204" pitchFamily="49" charset="0"/>
                        </a:rPr>
                        <a:t> </a:t>
                      </a:r>
                      <a:r>
                        <a:rPr lang="en-US" sz="1800" b="0" dirty="0">
                          <a:solidFill>
                            <a:srgbClr val="D4D4D4"/>
                          </a:solidFill>
                          <a:effectLst/>
                          <a:highlight>
                            <a:srgbClr val="000000"/>
                          </a:highlight>
                          <a:latin typeface="Consolas" panose="020B0609020204030204" pitchFamily="49" charset="0"/>
                        </a:rPr>
                        <a:t>=</a:t>
                      </a:r>
                      <a:r>
                        <a:rPr lang="en-US" sz="1800" b="0" dirty="0">
                          <a:solidFill>
                            <a:srgbClr val="BBBEBF"/>
                          </a:solidFill>
                          <a:effectLst/>
                          <a:highlight>
                            <a:srgbClr val="000000"/>
                          </a:highlight>
                          <a:latin typeface="Consolas" panose="020B0609020204030204" pitchFamily="49" charset="0"/>
                        </a:rPr>
                        <a:t> </a:t>
                      </a:r>
                      <a:r>
                        <a:rPr lang="en-US" sz="1800" b="0" dirty="0">
                          <a:solidFill>
                            <a:srgbClr val="B5CEA8"/>
                          </a:solidFill>
                          <a:effectLst/>
                          <a:highlight>
                            <a:srgbClr val="000000"/>
                          </a:highlight>
                          <a:latin typeface="Consolas" panose="020B0609020204030204" pitchFamily="49" charset="0"/>
                        </a:rPr>
                        <a:t>ticks / </a:t>
                      </a:r>
                      <a:r>
                        <a:rPr lang="en-US" sz="1800" b="0" dirty="0" err="1">
                          <a:solidFill>
                            <a:srgbClr val="B5CEA8"/>
                          </a:solidFill>
                          <a:effectLst/>
                          <a:highlight>
                            <a:srgbClr val="000000"/>
                          </a:highlight>
                          <a:latin typeface="Consolas" panose="020B0609020204030204" pitchFamily="49" charset="0"/>
                        </a:rPr>
                        <a:t>ticksPerRev</a:t>
                      </a:r>
                      <a:r>
                        <a:rPr lang="en-US" sz="1800" b="0" dirty="0">
                          <a:solidFill>
                            <a:srgbClr val="BBBEBF"/>
                          </a:solidFill>
                          <a:effectLst/>
                          <a:highlight>
                            <a:srgbClr val="000000"/>
                          </a:highlight>
                          <a:latin typeface="Consolas" panose="020B0609020204030204" pitchFamily="49" charset="0"/>
                        </a:rPr>
                        <a:t>;</a:t>
                      </a:r>
                    </a:p>
                  </a:txBody>
                  <a:tcPr anchor="ctr"/>
                </a:tc>
                <a:extLst>
                  <a:ext uri="{0D108BD9-81ED-4DB2-BD59-A6C34878D82A}">
                    <a16:rowId xmlns:a16="http://schemas.microsoft.com/office/drawing/2014/main" val="2587673126"/>
                  </a:ext>
                </a:extLst>
              </a:tr>
              <a:tr h="531901">
                <a:tc>
                  <a:txBody>
                    <a:bodyPr/>
                    <a:lstStyle/>
                    <a:p>
                      <a:pPr algn="ctr"/>
                      <a:r>
                        <a:rPr lang="en-US" dirty="0"/>
                        <a:t>%</a:t>
                      </a:r>
                    </a:p>
                  </a:txBody>
                  <a:tcPr anchor="ctr"/>
                </a:tc>
                <a:tc>
                  <a:txBody>
                    <a:bodyPr/>
                    <a:lstStyle/>
                    <a:p>
                      <a:r>
                        <a:rPr lang="en-US" dirty="0"/>
                        <a:t>Remainder after dividing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rgbClr val="4EC9B0"/>
                          </a:solidFill>
                          <a:effectLst/>
                          <a:highlight>
                            <a:srgbClr val="000000"/>
                          </a:highlight>
                          <a:latin typeface="Consolas" panose="020B0609020204030204" pitchFamily="49" charset="0"/>
                        </a:rPr>
                        <a:t>int</a:t>
                      </a:r>
                      <a:r>
                        <a:rPr lang="en-US" sz="1800" b="0" dirty="0">
                          <a:solidFill>
                            <a:srgbClr val="FFA657"/>
                          </a:solidFill>
                          <a:effectLst/>
                          <a:highlight>
                            <a:srgbClr val="000000"/>
                          </a:highlight>
                          <a:latin typeface="Consolas" panose="020B0609020204030204" pitchFamily="49" charset="0"/>
                        </a:rPr>
                        <a:t> </a:t>
                      </a:r>
                      <a:r>
                        <a:rPr lang="en-US" sz="1800" b="0" dirty="0">
                          <a:solidFill>
                            <a:srgbClr val="C9D1D9"/>
                          </a:solidFill>
                          <a:effectLst/>
                          <a:highlight>
                            <a:srgbClr val="000000"/>
                          </a:highlight>
                          <a:latin typeface="Consolas" panose="020B0609020204030204" pitchFamily="49" charset="0"/>
                        </a:rPr>
                        <a:t>seconds</a:t>
                      </a:r>
                      <a:r>
                        <a:rPr lang="en-US" sz="1800" b="0" dirty="0">
                          <a:solidFill>
                            <a:srgbClr val="FFA657"/>
                          </a:solidFill>
                          <a:effectLst/>
                          <a:highlight>
                            <a:srgbClr val="000000"/>
                          </a:highlight>
                          <a:latin typeface="Consolas" panose="020B0609020204030204" pitchFamily="49" charset="0"/>
                        </a:rPr>
                        <a:t> </a:t>
                      </a:r>
                      <a:r>
                        <a:rPr lang="en-US" sz="1800" b="0" dirty="0">
                          <a:solidFill>
                            <a:srgbClr val="D4D4D4"/>
                          </a:solidFill>
                          <a:effectLst/>
                          <a:highlight>
                            <a:srgbClr val="000000"/>
                          </a:highlight>
                          <a:latin typeface="Consolas" panose="020B0609020204030204" pitchFamily="49" charset="0"/>
                        </a:rPr>
                        <a:t>=</a:t>
                      </a:r>
                      <a:r>
                        <a:rPr lang="en-US" sz="1800" b="0" dirty="0">
                          <a:solidFill>
                            <a:srgbClr val="BBBEBF"/>
                          </a:solidFill>
                          <a:effectLst/>
                          <a:highlight>
                            <a:srgbClr val="000000"/>
                          </a:highlight>
                          <a:latin typeface="Consolas" panose="020B0609020204030204" pitchFamily="49" charset="0"/>
                        </a:rPr>
                        <a:t> </a:t>
                      </a:r>
                      <a:r>
                        <a:rPr lang="en-US" sz="1800" b="0" dirty="0">
                          <a:solidFill>
                            <a:srgbClr val="B5CEA8"/>
                          </a:solidFill>
                          <a:effectLst/>
                          <a:highlight>
                            <a:srgbClr val="000000"/>
                          </a:highlight>
                          <a:latin typeface="Consolas" panose="020B0609020204030204" pitchFamily="49" charset="0"/>
                        </a:rPr>
                        <a:t>total % 60</a:t>
                      </a:r>
                      <a:r>
                        <a:rPr lang="en-US" sz="1800" b="0" dirty="0">
                          <a:solidFill>
                            <a:srgbClr val="BBBEBF"/>
                          </a:solidFill>
                          <a:effectLst/>
                          <a:highlight>
                            <a:srgbClr val="000000"/>
                          </a:highlight>
                          <a:latin typeface="Consolas" panose="020B0609020204030204" pitchFamily="49" charset="0"/>
                        </a:rPr>
                        <a:t>;</a:t>
                      </a:r>
                    </a:p>
                  </a:txBody>
                  <a:tcPr anchor="ctr"/>
                </a:tc>
                <a:extLst>
                  <a:ext uri="{0D108BD9-81ED-4DB2-BD59-A6C34878D82A}">
                    <a16:rowId xmlns:a16="http://schemas.microsoft.com/office/drawing/2014/main" val="526075778"/>
                  </a:ext>
                </a:extLst>
              </a:tr>
            </a:tbl>
          </a:graphicData>
        </a:graphic>
      </p:graphicFrame>
      <p:sp>
        <p:nvSpPr>
          <p:cNvPr id="4" name="Title 3">
            <a:extLst>
              <a:ext uri="{FF2B5EF4-FFF2-40B4-BE49-F238E27FC236}">
                <a16:creationId xmlns:a16="http://schemas.microsoft.com/office/drawing/2014/main" id="{804FD2B7-67FE-673B-B7BC-C4946A6980E0}"/>
              </a:ext>
            </a:extLst>
          </p:cNvPr>
          <p:cNvSpPr>
            <a:spLocks noGrp="1"/>
          </p:cNvSpPr>
          <p:nvPr>
            <p:ph type="title"/>
          </p:nvPr>
        </p:nvSpPr>
        <p:spPr>
          <a:xfrm>
            <a:off x="321469" y="272257"/>
            <a:ext cx="11544300" cy="931724"/>
          </a:xfrm>
        </p:spPr>
        <p:txBody>
          <a:bodyPr anchor="ctr">
            <a:normAutofit/>
          </a:bodyPr>
          <a:lstStyle/>
          <a:p>
            <a:r>
              <a:rPr lang="en-US" dirty="0"/>
              <a:t>Arithmetic</a:t>
            </a:r>
          </a:p>
        </p:txBody>
      </p:sp>
      <p:sp>
        <p:nvSpPr>
          <p:cNvPr id="5" name="Content Placeholder 2">
            <a:extLst>
              <a:ext uri="{FF2B5EF4-FFF2-40B4-BE49-F238E27FC236}">
                <a16:creationId xmlns:a16="http://schemas.microsoft.com/office/drawing/2014/main" id="{45230E1B-09AA-6B33-EA3E-4815FA94D546}"/>
              </a:ext>
            </a:extLst>
          </p:cNvPr>
          <p:cNvSpPr txBox="1">
            <a:spLocks/>
          </p:cNvSpPr>
          <p:nvPr/>
        </p:nvSpPr>
        <p:spPr>
          <a:xfrm>
            <a:off x="1079499" y="4978400"/>
            <a:ext cx="10786269" cy="11985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1"/>
                </a:solidFill>
                <a:highlight>
                  <a:srgbClr val="000000"/>
                </a:highlight>
              </a:rPr>
              <a:t>*</a:t>
            </a:r>
            <a:r>
              <a:rPr lang="en-US" sz="2000" dirty="0"/>
              <a:t> and </a:t>
            </a:r>
            <a:r>
              <a:rPr lang="en-US" dirty="0">
                <a:solidFill>
                  <a:schemeClr val="bg1"/>
                </a:solidFill>
                <a:highlight>
                  <a:srgbClr val="000000"/>
                </a:highlight>
              </a:rPr>
              <a:t>/</a:t>
            </a:r>
            <a:r>
              <a:rPr lang="en-US" sz="2000" dirty="0"/>
              <a:t> happen before </a:t>
            </a:r>
            <a:r>
              <a:rPr lang="en-US" dirty="0">
                <a:solidFill>
                  <a:schemeClr val="bg1"/>
                </a:solidFill>
                <a:highlight>
                  <a:srgbClr val="000000"/>
                </a:highlight>
              </a:rPr>
              <a:t>+</a:t>
            </a:r>
            <a:r>
              <a:rPr lang="en-US" sz="2000" dirty="0"/>
              <a:t> and </a:t>
            </a:r>
            <a:r>
              <a:rPr lang="en-US" dirty="0">
                <a:solidFill>
                  <a:schemeClr val="bg1"/>
                </a:solidFill>
                <a:highlight>
                  <a:srgbClr val="000000"/>
                </a:highlight>
              </a:rPr>
              <a:t>-</a:t>
            </a:r>
            <a:r>
              <a:rPr lang="en-US" sz="2000" dirty="0"/>
              <a:t>, exactly like </a:t>
            </a:r>
            <a:r>
              <a:rPr lang="en-US" sz="2000" dirty="0" err="1"/>
              <a:t>maths</a:t>
            </a:r>
            <a:r>
              <a:rPr lang="en-US" sz="2000" dirty="0"/>
              <a:t>. Brackets when you want to be sure.</a:t>
            </a:r>
          </a:p>
        </p:txBody>
      </p:sp>
    </p:spTree>
    <p:extLst>
      <p:ext uri="{BB962C8B-B14F-4D97-AF65-F5344CB8AC3E}">
        <p14:creationId xmlns:p14="http://schemas.microsoft.com/office/powerpoint/2010/main" val="1486984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0BFB0-405D-76FA-1A03-F8F2173DC2F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520D6D-7578-546B-3EF3-4A5DA3D4AFB3}"/>
              </a:ext>
            </a:extLst>
          </p:cNvPr>
          <p:cNvSpPr>
            <a:spLocks noGrp="1"/>
          </p:cNvSpPr>
          <p:nvPr>
            <p:ph idx="1"/>
          </p:nvPr>
        </p:nvSpPr>
        <p:spPr/>
        <p:txBody>
          <a:bodyPr/>
          <a:lstStyle/>
          <a:p>
            <a:r>
              <a:rPr lang="en-US" dirty="0"/>
              <a:t>What happened?</a:t>
            </a:r>
          </a:p>
          <a:p>
            <a:r>
              <a:rPr lang="en-US" dirty="0"/>
              <a:t>This is another one of the common bugs in student robot code</a:t>
            </a:r>
          </a:p>
        </p:txBody>
      </p:sp>
      <p:sp>
        <p:nvSpPr>
          <p:cNvPr id="4" name="Title 3">
            <a:extLst>
              <a:ext uri="{FF2B5EF4-FFF2-40B4-BE49-F238E27FC236}">
                <a16:creationId xmlns:a16="http://schemas.microsoft.com/office/drawing/2014/main" id="{145AA460-B24C-02CC-394D-DC5443C403E4}"/>
              </a:ext>
            </a:extLst>
          </p:cNvPr>
          <p:cNvSpPr>
            <a:spLocks noGrp="1"/>
          </p:cNvSpPr>
          <p:nvPr>
            <p:ph type="title"/>
          </p:nvPr>
        </p:nvSpPr>
        <p:spPr>
          <a:xfrm>
            <a:off x="321469" y="272257"/>
            <a:ext cx="11544300" cy="931724"/>
          </a:xfrm>
        </p:spPr>
        <p:txBody>
          <a:bodyPr anchor="ctr">
            <a:normAutofit/>
          </a:bodyPr>
          <a:lstStyle/>
          <a:p>
            <a:r>
              <a:rPr lang="en-US" dirty="0"/>
              <a:t>Live: Integer division – the trap</a:t>
            </a:r>
          </a:p>
        </p:txBody>
      </p:sp>
    </p:spTree>
    <p:extLst>
      <p:ext uri="{BB962C8B-B14F-4D97-AF65-F5344CB8AC3E}">
        <p14:creationId xmlns:p14="http://schemas.microsoft.com/office/powerpoint/2010/main" val="413829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7B2D9-8996-6ACB-BC68-9384A11FA6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20DB451-4FED-E74E-09C9-40C8DE5D32B0}"/>
              </a:ext>
            </a:extLst>
          </p:cNvPr>
          <p:cNvSpPr>
            <a:spLocks noGrp="1"/>
          </p:cNvSpPr>
          <p:nvPr>
            <p:ph type="title"/>
          </p:nvPr>
        </p:nvSpPr>
        <p:spPr>
          <a:xfrm>
            <a:off x="321469" y="272257"/>
            <a:ext cx="11544300" cy="931724"/>
          </a:xfrm>
        </p:spPr>
        <p:txBody>
          <a:bodyPr anchor="ctr">
            <a:normAutofit/>
          </a:bodyPr>
          <a:lstStyle/>
          <a:p>
            <a:r>
              <a:rPr lang="en-US" dirty="0"/>
              <a:t>%: what is left over</a:t>
            </a:r>
          </a:p>
        </p:txBody>
      </p:sp>
      <p:sp>
        <p:nvSpPr>
          <p:cNvPr id="5" name="TextBox 4">
            <a:extLst>
              <a:ext uri="{FF2B5EF4-FFF2-40B4-BE49-F238E27FC236}">
                <a16:creationId xmlns:a16="http://schemas.microsoft.com/office/drawing/2014/main" id="{2C63AE1F-EEBC-9CE3-C84E-78B91EFABC20}"/>
              </a:ext>
            </a:extLst>
          </p:cNvPr>
          <p:cNvSpPr txBox="1"/>
          <p:nvPr/>
        </p:nvSpPr>
        <p:spPr>
          <a:xfrm>
            <a:off x="1079499" y="1487438"/>
            <a:ext cx="6269303" cy="1012585"/>
          </a:xfrm>
          <a:prstGeom prst="rect">
            <a:avLst/>
          </a:prstGeom>
          <a:solidFill>
            <a:schemeClr val="tx1"/>
          </a:solidFill>
        </p:spPr>
        <p:txBody>
          <a:bodyPr wrap="square">
            <a:spAutoFit/>
          </a:bodyPr>
          <a:lstStyle/>
          <a:p>
            <a:pPr>
              <a:lnSpc>
                <a:spcPct val="113095"/>
              </a:lnSpc>
              <a:buNone/>
            </a:pPr>
            <a:r>
              <a:rPr lang="en-US" sz="1800" b="0" dirty="0">
                <a:solidFill>
                  <a:srgbClr val="4EC9B0"/>
                </a:solidFill>
                <a:effectLst/>
                <a:latin typeface="Consolas" panose="020B0609020204030204" pitchFamily="49" charset="0"/>
              </a:rPr>
              <a:t>int</a:t>
            </a:r>
            <a:r>
              <a:rPr lang="en-US" sz="1800" b="0" dirty="0">
                <a:solidFill>
                  <a:srgbClr val="FFA657"/>
                </a:solidFill>
                <a:effectLst/>
                <a:latin typeface="Consolas" panose="020B0609020204030204" pitchFamily="49" charset="0"/>
              </a:rPr>
              <a:t> </a:t>
            </a:r>
            <a:r>
              <a:rPr lang="en-US" sz="1800" b="0" dirty="0">
                <a:solidFill>
                  <a:srgbClr val="C9D1D9"/>
                </a:solidFill>
                <a:effectLst/>
                <a:latin typeface="Consolas" panose="020B0609020204030204" pitchFamily="49" charset="0"/>
              </a:rPr>
              <a:t>total</a:t>
            </a:r>
            <a:r>
              <a:rPr lang="en-US" sz="1800" b="0" dirty="0">
                <a:solidFill>
                  <a:srgbClr val="FFA657"/>
                </a:solidFill>
                <a:effectLst/>
                <a:latin typeface="Consolas" panose="020B0609020204030204" pitchFamily="49" charset="0"/>
              </a:rPr>
              <a:t> </a:t>
            </a:r>
            <a:r>
              <a:rPr lang="en-US" sz="1800" b="0" dirty="0">
                <a:solidFill>
                  <a:srgbClr val="D4D4D4"/>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B5CEA8"/>
                </a:solidFill>
                <a:effectLst/>
                <a:latin typeface="Consolas" panose="020B0609020204030204" pitchFamily="49" charset="0"/>
              </a:rPr>
              <a:t>154</a:t>
            </a:r>
            <a:r>
              <a:rPr lang="en-US" sz="1800" b="0" dirty="0">
                <a:solidFill>
                  <a:srgbClr val="BBBEBF"/>
                </a:solidFill>
                <a:effectLst/>
                <a:latin typeface="Consolas" panose="020B0609020204030204" pitchFamily="49" charset="0"/>
              </a:rPr>
              <a:t>;</a:t>
            </a:r>
          </a:p>
          <a:p>
            <a:pPr>
              <a:lnSpc>
                <a:spcPct val="113095"/>
              </a:lnSpc>
            </a:pPr>
            <a:r>
              <a:rPr lang="en-US" dirty="0">
                <a:solidFill>
                  <a:srgbClr val="4EC9B0"/>
                </a:solidFill>
                <a:latin typeface="Consolas" panose="020B0609020204030204" pitchFamily="49" charset="0"/>
              </a:rPr>
              <a:t>int </a:t>
            </a:r>
            <a:r>
              <a:rPr lang="en-US" dirty="0">
                <a:solidFill>
                  <a:srgbClr val="C9D1D9"/>
                </a:solidFill>
                <a:latin typeface="Consolas" panose="020B0609020204030204" pitchFamily="49" charset="0"/>
              </a:rPr>
              <a:t>minutes</a:t>
            </a:r>
            <a:r>
              <a:rPr lang="en-US" dirty="0">
                <a:solidFill>
                  <a:srgbClr val="FFA657"/>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BBBEBF"/>
                </a:solidFill>
                <a:latin typeface="Consolas" panose="020B0609020204030204" pitchFamily="49" charset="0"/>
              </a:rPr>
              <a:t> </a:t>
            </a:r>
            <a:r>
              <a:rPr lang="en-US" dirty="0">
                <a:solidFill>
                  <a:srgbClr val="B5CEA8"/>
                </a:solidFill>
                <a:latin typeface="Consolas" panose="020B0609020204030204" pitchFamily="49" charset="0"/>
              </a:rPr>
              <a:t>total / 60</a:t>
            </a:r>
            <a:r>
              <a:rPr lang="en-US" dirty="0">
                <a:solidFill>
                  <a:srgbClr val="BBBEBF"/>
                </a:solidFill>
                <a:latin typeface="Consolas" panose="020B0609020204030204" pitchFamily="49" charset="0"/>
              </a:rPr>
              <a:t>;   // 2</a:t>
            </a:r>
          </a:p>
          <a:p>
            <a:pPr>
              <a:lnSpc>
                <a:spcPct val="113095"/>
              </a:lnSpc>
            </a:pPr>
            <a:r>
              <a:rPr lang="en-US" dirty="0">
                <a:solidFill>
                  <a:srgbClr val="4EC9B0"/>
                </a:solidFill>
                <a:latin typeface="Consolas" panose="020B0609020204030204" pitchFamily="49" charset="0"/>
              </a:rPr>
              <a:t>int</a:t>
            </a:r>
            <a:r>
              <a:rPr lang="en-US" dirty="0">
                <a:solidFill>
                  <a:srgbClr val="FFA657"/>
                </a:solidFill>
                <a:latin typeface="Consolas" panose="020B0609020204030204" pitchFamily="49" charset="0"/>
              </a:rPr>
              <a:t> </a:t>
            </a:r>
            <a:r>
              <a:rPr lang="en-US" dirty="0">
                <a:solidFill>
                  <a:srgbClr val="C9D1D9"/>
                </a:solidFill>
                <a:latin typeface="Consolas" panose="020B0609020204030204" pitchFamily="49" charset="0"/>
              </a:rPr>
              <a:t>seconds</a:t>
            </a:r>
            <a:r>
              <a:rPr lang="en-US" dirty="0">
                <a:solidFill>
                  <a:srgbClr val="FFA657"/>
                </a:solidFill>
                <a:latin typeface="Consolas" panose="020B0609020204030204" pitchFamily="49" charset="0"/>
              </a:rPr>
              <a:t> </a:t>
            </a:r>
            <a:r>
              <a:rPr lang="en-US" dirty="0">
                <a:solidFill>
                  <a:srgbClr val="D4D4D4"/>
                </a:solidFill>
                <a:latin typeface="Consolas" panose="020B0609020204030204" pitchFamily="49" charset="0"/>
              </a:rPr>
              <a:t>=</a:t>
            </a:r>
            <a:r>
              <a:rPr lang="en-US" dirty="0">
                <a:solidFill>
                  <a:srgbClr val="BBBEBF"/>
                </a:solidFill>
                <a:latin typeface="Consolas" panose="020B0609020204030204" pitchFamily="49" charset="0"/>
              </a:rPr>
              <a:t> total % 60;   // 34</a:t>
            </a:r>
          </a:p>
        </p:txBody>
      </p:sp>
      <p:sp>
        <p:nvSpPr>
          <p:cNvPr id="7" name="Content Placeholder 2">
            <a:extLst>
              <a:ext uri="{FF2B5EF4-FFF2-40B4-BE49-F238E27FC236}">
                <a16:creationId xmlns:a16="http://schemas.microsoft.com/office/drawing/2014/main" id="{A08CA8FB-CBF1-DD96-E6E4-3FFB8794F3CC}"/>
              </a:ext>
            </a:extLst>
          </p:cNvPr>
          <p:cNvSpPr txBox="1">
            <a:spLocks/>
          </p:cNvSpPr>
          <p:nvPr/>
        </p:nvSpPr>
        <p:spPr>
          <a:xfrm>
            <a:off x="1079499" y="2878667"/>
            <a:ext cx="10786269" cy="32982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Divide tells you how many times it fits</a:t>
            </a:r>
          </a:p>
          <a:p>
            <a:r>
              <a:rPr lang="en-US" sz="2000" dirty="0"/>
              <a:t>% tells you what is left</a:t>
            </a:r>
          </a:p>
          <a:p>
            <a:r>
              <a:rPr lang="en-US" sz="2000" dirty="0"/>
              <a:t>Same whole-number rule as divide: whole numbers in, whole numbers out</a:t>
            </a:r>
          </a:p>
        </p:txBody>
      </p:sp>
    </p:spTree>
    <p:extLst>
      <p:ext uri="{BB962C8B-B14F-4D97-AF65-F5344CB8AC3E}">
        <p14:creationId xmlns:p14="http://schemas.microsoft.com/office/powerpoint/2010/main" val="9243094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6CB68-EA42-4646-90CA-4198B0CCFED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0236F3-37C7-8ACC-9DCB-31D98385E600}"/>
              </a:ext>
            </a:extLst>
          </p:cNvPr>
          <p:cNvSpPr>
            <a:spLocks noGrp="1"/>
          </p:cNvSpPr>
          <p:nvPr>
            <p:ph type="title"/>
          </p:nvPr>
        </p:nvSpPr>
        <p:spPr>
          <a:xfrm>
            <a:off x="321469" y="272257"/>
            <a:ext cx="11544300" cy="931724"/>
          </a:xfrm>
        </p:spPr>
        <p:txBody>
          <a:bodyPr anchor="ctr">
            <a:normAutofit/>
          </a:bodyPr>
          <a:lstStyle/>
          <a:p>
            <a:r>
              <a:rPr lang="en-US" dirty="0"/>
              <a:t>Assignment operators</a:t>
            </a:r>
          </a:p>
        </p:txBody>
      </p:sp>
      <p:sp>
        <p:nvSpPr>
          <p:cNvPr id="9" name="TextBox 8">
            <a:extLst>
              <a:ext uri="{FF2B5EF4-FFF2-40B4-BE49-F238E27FC236}">
                <a16:creationId xmlns:a16="http://schemas.microsoft.com/office/drawing/2014/main" id="{9EDAE8F4-68CD-DDF6-EB22-DF95690FE764}"/>
              </a:ext>
            </a:extLst>
          </p:cNvPr>
          <p:cNvSpPr txBox="1"/>
          <p:nvPr/>
        </p:nvSpPr>
        <p:spPr>
          <a:xfrm>
            <a:off x="1079499" y="2156305"/>
            <a:ext cx="6269303" cy="699550"/>
          </a:xfrm>
          <a:prstGeom prst="rect">
            <a:avLst/>
          </a:prstGeom>
          <a:solidFill>
            <a:schemeClr val="tx1"/>
          </a:solidFill>
        </p:spPr>
        <p:txBody>
          <a:bodyPr wrap="square">
            <a:spAutoFit/>
          </a:bodyPr>
          <a:lstStyle/>
          <a:p>
            <a:pPr>
              <a:lnSpc>
                <a:spcPct val="113095"/>
              </a:lnSpc>
              <a:buNone/>
            </a:pPr>
            <a:r>
              <a:rPr lang="en-US" sz="1800" b="0" dirty="0">
                <a:solidFill>
                  <a:srgbClr val="C9D1D9"/>
                </a:solidFill>
                <a:effectLst/>
                <a:latin typeface="Consolas" panose="020B0609020204030204" pitchFamily="49" charset="0"/>
              </a:rPr>
              <a:t>x</a:t>
            </a:r>
            <a:r>
              <a:rPr lang="en-US" sz="1800" b="0" dirty="0">
                <a:solidFill>
                  <a:srgbClr val="FFA657"/>
                </a:solidFill>
                <a:effectLst/>
                <a:latin typeface="Consolas" panose="020B0609020204030204" pitchFamily="49" charset="0"/>
              </a:rPr>
              <a:t> </a:t>
            </a:r>
            <a:r>
              <a:rPr lang="en-US" sz="1800" b="0" dirty="0">
                <a:solidFill>
                  <a:srgbClr val="D4D4D4"/>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dirty="0">
                <a:solidFill>
                  <a:srgbClr val="B5CEA8"/>
                </a:solidFill>
                <a:latin typeface="Consolas" panose="020B0609020204030204" pitchFamily="49" charset="0"/>
              </a:rPr>
              <a:t>x + </a:t>
            </a:r>
            <a:r>
              <a:rPr lang="en-US" dirty="0" err="1">
                <a:solidFill>
                  <a:srgbClr val="B5CEA8"/>
                </a:solidFill>
                <a:latin typeface="Consolas" panose="020B0609020204030204" pitchFamily="49" charset="0"/>
              </a:rPr>
              <a:t>leftSpeed</a:t>
            </a:r>
            <a:r>
              <a:rPr lang="en-US" sz="1800" b="0" dirty="0">
                <a:solidFill>
                  <a:srgbClr val="BBBEBF"/>
                </a:solidFill>
                <a:effectLst/>
                <a:latin typeface="Consolas" panose="020B0609020204030204" pitchFamily="49" charset="0"/>
              </a:rPr>
              <a:t>;     // the long way</a:t>
            </a:r>
          </a:p>
          <a:p>
            <a:pPr>
              <a:lnSpc>
                <a:spcPct val="113095"/>
              </a:lnSpc>
            </a:pPr>
            <a:r>
              <a:rPr lang="en-US" dirty="0">
                <a:solidFill>
                  <a:srgbClr val="C9D1D9"/>
                </a:solidFill>
                <a:latin typeface="Consolas" panose="020B0609020204030204" pitchFamily="49" charset="0"/>
              </a:rPr>
              <a:t>x</a:t>
            </a:r>
            <a:r>
              <a:rPr lang="en-US" dirty="0">
                <a:solidFill>
                  <a:srgbClr val="FFA657"/>
                </a:solidFill>
                <a:latin typeface="Consolas" panose="020B0609020204030204" pitchFamily="49" charset="0"/>
              </a:rPr>
              <a:t> </a:t>
            </a:r>
            <a:r>
              <a:rPr lang="en-US" dirty="0">
                <a:solidFill>
                  <a:srgbClr val="B5CEA8"/>
                </a:solidFill>
                <a:latin typeface="Consolas" panose="020B0609020204030204" pitchFamily="49" charset="0"/>
              </a:rPr>
              <a:t>+= </a:t>
            </a:r>
            <a:r>
              <a:rPr lang="en-US" dirty="0" err="1">
                <a:solidFill>
                  <a:srgbClr val="B5CEA8"/>
                </a:solidFill>
                <a:latin typeface="Consolas" panose="020B0609020204030204" pitchFamily="49" charset="0"/>
              </a:rPr>
              <a:t>leftSpeed</a:t>
            </a:r>
            <a:r>
              <a:rPr lang="en-US" dirty="0">
                <a:solidFill>
                  <a:srgbClr val="BBBEBF"/>
                </a:solidFill>
                <a:latin typeface="Consolas" panose="020B0609020204030204" pitchFamily="49" charset="0"/>
              </a:rPr>
              <a:t>;        // the short way</a:t>
            </a:r>
          </a:p>
        </p:txBody>
      </p:sp>
      <p:graphicFrame>
        <p:nvGraphicFramePr>
          <p:cNvPr id="12" name="Table 11">
            <a:extLst>
              <a:ext uri="{FF2B5EF4-FFF2-40B4-BE49-F238E27FC236}">
                <a16:creationId xmlns:a16="http://schemas.microsoft.com/office/drawing/2014/main" id="{70BC28FD-2F49-B772-DB67-EF413738D00C}"/>
              </a:ext>
            </a:extLst>
          </p:cNvPr>
          <p:cNvGraphicFramePr>
            <a:graphicFrameLocks noGrp="1"/>
          </p:cNvGraphicFramePr>
          <p:nvPr>
            <p:extLst>
              <p:ext uri="{D42A27DB-BD31-4B8C-83A1-F6EECF244321}">
                <p14:modId xmlns:p14="http://schemas.microsoft.com/office/powerpoint/2010/main" val="275906462"/>
              </p:ext>
            </p:extLst>
          </p:nvPr>
        </p:nvGraphicFramePr>
        <p:xfrm>
          <a:off x="1079499" y="3378199"/>
          <a:ext cx="8127999" cy="1854200"/>
        </p:xfrm>
        <a:graphic>
          <a:graphicData uri="http://schemas.openxmlformats.org/drawingml/2006/table">
            <a:tbl>
              <a:tblPr firstRow="1">
                <a:tableStyleId>{5C22544A-7EE6-4342-B048-85BDC9FD1C3A}</a:tableStyleId>
              </a:tblPr>
              <a:tblGrid>
                <a:gridCol w="1951568">
                  <a:extLst>
                    <a:ext uri="{9D8B030D-6E8A-4147-A177-3AD203B41FA5}">
                      <a16:colId xmlns:a16="http://schemas.microsoft.com/office/drawing/2014/main" val="1362572672"/>
                    </a:ext>
                  </a:extLst>
                </a:gridCol>
                <a:gridCol w="2590800">
                  <a:extLst>
                    <a:ext uri="{9D8B030D-6E8A-4147-A177-3AD203B41FA5}">
                      <a16:colId xmlns:a16="http://schemas.microsoft.com/office/drawing/2014/main" val="1440327801"/>
                    </a:ext>
                  </a:extLst>
                </a:gridCol>
                <a:gridCol w="3585631">
                  <a:extLst>
                    <a:ext uri="{9D8B030D-6E8A-4147-A177-3AD203B41FA5}">
                      <a16:colId xmlns:a16="http://schemas.microsoft.com/office/drawing/2014/main" val="743089297"/>
                    </a:ext>
                  </a:extLst>
                </a:gridCol>
              </a:tblGrid>
              <a:tr h="370840">
                <a:tc>
                  <a:txBody>
                    <a:bodyPr/>
                    <a:lstStyle/>
                    <a:p>
                      <a:pPr algn="ctr"/>
                      <a:r>
                        <a:rPr lang="en-US" dirty="0"/>
                        <a:t>Shortcut</a:t>
                      </a:r>
                    </a:p>
                  </a:txBody>
                  <a:tcPr/>
                </a:tc>
                <a:tc>
                  <a:txBody>
                    <a:bodyPr/>
                    <a:lstStyle/>
                    <a:p>
                      <a:r>
                        <a:rPr lang="en-US" dirty="0"/>
                        <a:t>Means</a:t>
                      </a:r>
                    </a:p>
                  </a:txBody>
                  <a:tcPr/>
                </a:tc>
                <a:tc>
                  <a:txBody>
                    <a:bodyPr/>
                    <a:lstStyle/>
                    <a:p>
                      <a:r>
                        <a:rPr lang="en-US" dirty="0"/>
                        <a:t>Typical use</a:t>
                      </a:r>
                    </a:p>
                  </a:txBody>
                  <a:tcPr/>
                </a:tc>
                <a:extLst>
                  <a:ext uri="{0D108BD9-81ED-4DB2-BD59-A6C34878D82A}">
                    <a16:rowId xmlns:a16="http://schemas.microsoft.com/office/drawing/2014/main" val="999232344"/>
                  </a:ext>
                </a:extLst>
              </a:tr>
              <a:tr h="370840">
                <a:tc>
                  <a:txBody>
                    <a:bodyPr/>
                    <a:lstStyle/>
                    <a:p>
                      <a:pPr algn="ctr"/>
                      <a:r>
                        <a:rPr lang="en-US" dirty="0"/>
                        <a:t>+=</a:t>
                      </a:r>
                    </a:p>
                  </a:txBody>
                  <a:tcPr/>
                </a:tc>
                <a:tc>
                  <a:txBody>
                    <a:bodyPr/>
                    <a:lstStyle/>
                    <a:p>
                      <a:r>
                        <a:rPr lang="en-US" dirty="0"/>
                        <a:t>Adds to what is there</a:t>
                      </a:r>
                    </a:p>
                  </a:txBody>
                  <a:tcPr/>
                </a:tc>
                <a:tc>
                  <a:txBody>
                    <a:bodyPr/>
                    <a:lstStyle/>
                    <a:p>
                      <a:r>
                        <a:rPr lang="en-US" sz="1600" dirty="0"/>
                        <a:t>x += </a:t>
                      </a:r>
                      <a:r>
                        <a:rPr lang="en-US" sz="1600" dirty="0" err="1"/>
                        <a:t>leftSpeed</a:t>
                      </a:r>
                      <a:r>
                        <a:rPr lang="en-US" sz="1600" dirty="0"/>
                        <a:t>; each simulation step</a:t>
                      </a:r>
                      <a:endParaRPr lang="en-US" dirty="0"/>
                    </a:p>
                  </a:txBody>
                  <a:tcPr/>
                </a:tc>
                <a:extLst>
                  <a:ext uri="{0D108BD9-81ED-4DB2-BD59-A6C34878D82A}">
                    <a16:rowId xmlns:a16="http://schemas.microsoft.com/office/drawing/2014/main" val="2019495337"/>
                  </a:ext>
                </a:extLst>
              </a:tr>
              <a:tr h="370840">
                <a:tc>
                  <a:txBody>
                    <a:bodyPr/>
                    <a:lstStyle/>
                    <a:p>
                      <a:pPr algn="ctr"/>
                      <a:r>
                        <a:rPr lang="en-US" dirty="0"/>
                        <a:t>-=</a:t>
                      </a:r>
                    </a:p>
                  </a:txBody>
                  <a:tcPr/>
                </a:tc>
                <a:tc>
                  <a:txBody>
                    <a:bodyPr/>
                    <a:lstStyle/>
                    <a:p>
                      <a:r>
                        <a:rPr lang="en-US" dirty="0"/>
                        <a:t>Subtract from it</a:t>
                      </a:r>
                    </a:p>
                  </a:txBody>
                  <a:tcPr/>
                </a:tc>
                <a:tc>
                  <a:txBody>
                    <a:bodyPr/>
                    <a:lstStyle/>
                    <a:p>
                      <a:r>
                        <a:rPr lang="en-US" sz="1600" dirty="0"/>
                        <a:t>fuel -= used;</a:t>
                      </a:r>
                    </a:p>
                  </a:txBody>
                  <a:tcPr/>
                </a:tc>
                <a:extLst>
                  <a:ext uri="{0D108BD9-81ED-4DB2-BD59-A6C34878D82A}">
                    <a16:rowId xmlns:a16="http://schemas.microsoft.com/office/drawing/2014/main" val="3062290241"/>
                  </a:ext>
                </a:extLst>
              </a:tr>
              <a:tr h="370840">
                <a:tc>
                  <a:txBody>
                    <a:bodyPr/>
                    <a:lstStyle/>
                    <a:p>
                      <a:pPr algn="ctr"/>
                      <a:r>
                        <a:rPr lang="en-US" dirty="0"/>
                        <a:t>*=</a:t>
                      </a:r>
                    </a:p>
                  </a:txBody>
                  <a:tcPr/>
                </a:tc>
                <a:tc>
                  <a:txBody>
                    <a:bodyPr/>
                    <a:lstStyle/>
                    <a:p>
                      <a:r>
                        <a:rPr lang="en-US" dirty="0"/>
                        <a:t>Multiply it</a:t>
                      </a:r>
                    </a:p>
                  </a:txBody>
                  <a:tcPr/>
                </a:tc>
                <a:tc>
                  <a:txBody>
                    <a:bodyPr/>
                    <a:lstStyle/>
                    <a:p>
                      <a:r>
                        <a:rPr lang="en-US" sz="1600" dirty="0"/>
                        <a:t>Speed *= 0.5; to halve it</a:t>
                      </a:r>
                    </a:p>
                  </a:txBody>
                  <a:tcPr/>
                </a:tc>
                <a:extLst>
                  <a:ext uri="{0D108BD9-81ED-4DB2-BD59-A6C34878D82A}">
                    <a16:rowId xmlns:a16="http://schemas.microsoft.com/office/drawing/2014/main" val="3810949964"/>
                  </a:ext>
                </a:extLst>
              </a:tr>
              <a:tr h="370840">
                <a:tc>
                  <a:txBody>
                    <a:bodyPr/>
                    <a:lstStyle/>
                    <a:p>
                      <a:pPr algn="ctr"/>
                      <a:r>
                        <a:rPr lang="en-US" dirty="0"/>
                        <a:t>++</a:t>
                      </a:r>
                    </a:p>
                  </a:txBody>
                  <a:tcPr/>
                </a:tc>
                <a:tc>
                  <a:txBody>
                    <a:bodyPr/>
                    <a:lstStyle/>
                    <a:p>
                      <a:r>
                        <a:rPr lang="en-US" dirty="0"/>
                        <a:t>Add exactly 1</a:t>
                      </a:r>
                    </a:p>
                  </a:txBody>
                  <a:tcPr/>
                </a:tc>
                <a:tc>
                  <a:txBody>
                    <a:bodyPr/>
                    <a:lstStyle/>
                    <a:p>
                      <a:r>
                        <a:rPr lang="en-US" sz="1600" dirty="0" err="1"/>
                        <a:t>stepCount</a:t>
                      </a:r>
                      <a:r>
                        <a:rPr lang="en-US" sz="1600" dirty="0"/>
                        <a:t>++; once per loop</a:t>
                      </a:r>
                    </a:p>
                  </a:txBody>
                  <a:tcPr/>
                </a:tc>
                <a:extLst>
                  <a:ext uri="{0D108BD9-81ED-4DB2-BD59-A6C34878D82A}">
                    <a16:rowId xmlns:a16="http://schemas.microsoft.com/office/drawing/2014/main" val="3259369416"/>
                  </a:ext>
                </a:extLst>
              </a:tr>
            </a:tbl>
          </a:graphicData>
        </a:graphic>
      </p:graphicFrame>
      <p:sp>
        <p:nvSpPr>
          <p:cNvPr id="14" name="TextBox 13">
            <a:extLst>
              <a:ext uri="{FF2B5EF4-FFF2-40B4-BE49-F238E27FC236}">
                <a16:creationId xmlns:a16="http://schemas.microsoft.com/office/drawing/2014/main" id="{E7EBAA57-71B9-D28E-C1A9-886E1E7F8979}"/>
              </a:ext>
            </a:extLst>
          </p:cNvPr>
          <p:cNvSpPr txBox="1"/>
          <p:nvPr/>
        </p:nvSpPr>
        <p:spPr>
          <a:xfrm>
            <a:off x="1079499" y="1425546"/>
            <a:ext cx="4593168" cy="400110"/>
          </a:xfrm>
          <a:prstGeom prst="rect">
            <a:avLst/>
          </a:prstGeom>
          <a:noFill/>
        </p:spPr>
        <p:txBody>
          <a:bodyPr wrap="square">
            <a:spAutoFit/>
          </a:bodyPr>
          <a:lstStyle/>
          <a:p>
            <a:r>
              <a:rPr lang="en-US" sz="2000" b="1" dirty="0"/>
              <a:t>Shortcuts for changing a variable</a:t>
            </a:r>
          </a:p>
        </p:txBody>
      </p:sp>
    </p:spTree>
    <p:extLst>
      <p:ext uri="{BB962C8B-B14F-4D97-AF65-F5344CB8AC3E}">
        <p14:creationId xmlns:p14="http://schemas.microsoft.com/office/powerpoint/2010/main" val="1216451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8AB7C-5473-EDCE-AEE8-A5A284408A2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BFED43E-0FF3-CEC2-E28B-E849ECF43A9B}"/>
              </a:ext>
            </a:extLst>
          </p:cNvPr>
          <p:cNvSpPr>
            <a:spLocks noGrp="1"/>
          </p:cNvSpPr>
          <p:nvPr>
            <p:ph type="title"/>
          </p:nvPr>
        </p:nvSpPr>
        <p:spPr>
          <a:xfrm>
            <a:off x="321469" y="272257"/>
            <a:ext cx="11544300" cy="931724"/>
          </a:xfrm>
        </p:spPr>
        <p:txBody>
          <a:bodyPr anchor="ctr">
            <a:normAutofit/>
          </a:bodyPr>
          <a:lstStyle/>
          <a:p>
            <a:r>
              <a:rPr lang="en-US" dirty="0"/>
              <a:t>Comparison operators</a:t>
            </a:r>
          </a:p>
        </p:txBody>
      </p:sp>
      <p:graphicFrame>
        <p:nvGraphicFramePr>
          <p:cNvPr id="7" name="Table 6">
            <a:extLst>
              <a:ext uri="{FF2B5EF4-FFF2-40B4-BE49-F238E27FC236}">
                <a16:creationId xmlns:a16="http://schemas.microsoft.com/office/drawing/2014/main" id="{B60876F5-E522-3A95-34BA-246FF0FE0E3B}"/>
              </a:ext>
            </a:extLst>
          </p:cNvPr>
          <p:cNvGraphicFramePr>
            <a:graphicFrameLocks noGrp="1"/>
          </p:cNvGraphicFramePr>
          <p:nvPr>
            <p:extLst>
              <p:ext uri="{D42A27DB-BD31-4B8C-83A1-F6EECF244321}">
                <p14:modId xmlns:p14="http://schemas.microsoft.com/office/powerpoint/2010/main" val="2328955486"/>
              </p:ext>
            </p:extLst>
          </p:nvPr>
        </p:nvGraphicFramePr>
        <p:xfrm>
          <a:off x="1079499" y="2098021"/>
          <a:ext cx="9850967" cy="2595880"/>
        </p:xfrm>
        <a:graphic>
          <a:graphicData uri="http://schemas.openxmlformats.org/drawingml/2006/table">
            <a:tbl>
              <a:tblPr firstRow="1">
                <a:tableStyleId>{5C22544A-7EE6-4342-B048-85BDC9FD1C3A}</a:tableStyleId>
              </a:tblPr>
              <a:tblGrid>
                <a:gridCol w="1641236">
                  <a:extLst>
                    <a:ext uri="{9D8B030D-6E8A-4147-A177-3AD203B41FA5}">
                      <a16:colId xmlns:a16="http://schemas.microsoft.com/office/drawing/2014/main" val="1362572672"/>
                    </a:ext>
                  </a:extLst>
                </a:gridCol>
                <a:gridCol w="2545532">
                  <a:extLst>
                    <a:ext uri="{9D8B030D-6E8A-4147-A177-3AD203B41FA5}">
                      <a16:colId xmlns:a16="http://schemas.microsoft.com/office/drawing/2014/main" val="1440327801"/>
                    </a:ext>
                  </a:extLst>
                </a:gridCol>
                <a:gridCol w="3953933">
                  <a:extLst>
                    <a:ext uri="{9D8B030D-6E8A-4147-A177-3AD203B41FA5}">
                      <a16:colId xmlns:a16="http://schemas.microsoft.com/office/drawing/2014/main" val="743089297"/>
                    </a:ext>
                  </a:extLst>
                </a:gridCol>
                <a:gridCol w="1710266">
                  <a:extLst>
                    <a:ext uri="{9D8B030D-6E8A-4147-A177-3AD203B41FA5}">
                      <a16:colId xmlns:a16="http://schemas.microsoft.com/office/drawing/2014/main" val="3832346827"/>
                    </a:ext>
                  </a:extLst>
                </a:gridCol>
              </a:tblGrid>
              <a:tr h="370840">
                <a:tc>
                  <a:txBody>
                    <a:bodyPr/>
                    <a:lstStyle/>
                    <a:p>
                      <a:pPr algn="ctr"/>
                      <a:r>
                        <a:rPr lang="en-US" dirty="0"/>
                        <a:t>Operator</a:t>
                      </a:r>
                    </a:p>
                  </a:txBody>
                  <a:tcPr/>
                </a:tc>
                <a:tc>
                  <a:txBody>
                    <a:bodyPr/>
                    <a:lstStyle/>
                    <a:p>
                      <a:r>
                        <a:rPr lang="en-US" dirty="0"/>
                        <a:t>Asks</a:t>
                      </a:r>
                    </a:p>
                  </a:txBody>
                  <a:tcPr/>
                </a:tc>
                <a:tc>
                  <a:txBody>
                    <a:bodyPr/>
                    <a:lstStyle/>
                    <a:p>
                      <a:r>
                        <a:rPr lang="en-US" dirty="0"/>
                        <a:t>Example</a:t>
                      </a:r>
                    </a:p>
                  </a:txBody>
                  <a:tcPr/>
                </a:tc>
                <a:tc>
                  <a:txBody>
                    <a:bodyPr/>
                    <a:lstStyle/>
                    <a:p>
                      <a:r>
                        <a:rPr lang="en-US" dirty="0"/>
                        <a:t>Result</a:t>
                      </a:r>
                    </a:p>
                  </a:txBody>
                  <a:tcPr/>
                </a:tc>
                <a:extLst>
                  <a:ext uri="{0D108BD9-81ED-4DB2-BD59-A6C34878D82A}">
                    <a16:rowId xmlns:a16="http://schemas.microsoft.com/office/drawing/2014/main" val="999232344"/>
                  </a:ext>
                </a:extLst>
              </a:tr>
              <a:tr h="370840">
                <a:tc>
                  <a:txBody>
                    <a:bodyPr/>
                    <a:lstStyle/>
                    <a:p>
                      <a:pPr algn="ctr"/>
                      <a:r>
                        <a:rPr lang="en-US" dirty="0"/>
                        <a:t>&gt;</a:t>
                      </a:r>
                    </a:p>
                  </a:txBody>
                  <a:tcPr/>
                </a:tc>
                <a:tc>
                  <a:txBody>
                    <a:bodyPr/>
                    <a:lstStyle/>
                    <a:p>
                      <a:r>
                        <a:rPr lang="en-US" dirty="0"/>
                        <a:t>Greater than</a:t>
                      </a:r>
                    </a:p>
                  </a:txBody>
                  <a:tcPr/>
                </a:tc>
                <a:tc>
                  <a:txBody>
                    <a:bodyPr/>
                    <a:lstStyle/>
                    <a:p>
                      <a:r>
                        <a:rPr lang="en-US" dirty="0"/>
                        <a:t>speed &gt; 0.5</a:t>
                      </a:r>
                    </a:p>
                  </a:txBody>
                  <a:tcPr/>
                </a:tc>
                <a:tc>
                  <a:txBody>
                    <a:bodyPr/>
                    <a:lstStyle/>
                    <a:p>
                      <a:r>
                        <a:rPr lang="en-US" sz="1600" dirty="0" err="1"/>
                        <a:t>boolean</a:t>
                      </a:r>
                      <a:endParaRPr lang="en-US" sz="1600" dirty="0"/>
                    </a:p>
                  </a:txBody>
                  <a:tcPr/>
                </a:tc>
                <a:extLst>
                  <a:ext uri="{0D108BD9-81ED-4DB2-BD59-A6C34878D82A}">
                    <a16:rowId xmlns:a16="http://schemas.microsoft.com/office/drawing/2014/main" val="2019495337"/>
                  </a:ext>
                </a:extLst>
              </a:tr>
              <a:tr h="370840">
                <a:tc>
                  <a:txBody>
                    <a:bodyPr/>
                    <a:lstStyle/>
                    <a:p>
                      <a:pPr algn="ctr"/>
                      <a:r>
                        <a:rPr lang="en-US" dirty="0"/>
                        <a:t>&lt;</a:t>
                      </a:r>
                    </a:p>
                  </a:txBody>
                  <a:tcPr/>
                </a:tc>
                <a:tc>
                  <a:txBody>
                    <a:bodyPr/>
                    <a:lstStyle/>
                    <a:p>
                      <a:r>
                        <a:rPr lang="en-US" dirty="0"/>
                        <a:t>Less than</a:t>
                      </a:r>
                    </a:p>
                  </a:txBody>
                  <a:tcPr/>
                </a:tc>
                <a:tc>
                  <a:txBody>
                    <a:bodyPr/>
                    <a:lstStyle/>
                    <a:p>
                      <a:r>
                        <a:rPr lang="en-US" sz="1600" dirty="0" err="1"/>
                        <a:t>batteryVolts</a:t>
                      </a:r>
                      <a:r>
                        <a:rPr lang="en-US" sz="1600" dirty="0"/>
                        <a:t> &lt; 11.0</a:t>
                      </a:r>
                    </a:p>
                  </a:txBody>
                  <a:tcPr/>
                </a:tc>
                <a:tc>
                  <a:txBody>
                    <a:bodyPr/>
                    <a:lstStyle/>
                    <a:p>
                      <a:r>
                        <a:rPr lang="en-US" sz="1600" dirty="0" err="1"/>
                        <a:t>boolean</a:t>
                      </a:r>
                      <a:endParaRPr lang="en-US" sz="1600" dirty="0"/>
                    </a:p>
                  </a:txBody>
                  <a:tcPr/>
                </a:tc>
                <a:extLst>
                  <a:ext uri="{0D108BD9-81ED-4DB2-BD59-A6C34878D82A}">
                    <a16:rowId xmlns:a16="http://schemas.microsoft.com/office/drawing/2014/main" val="3062290241"/>
                  </a:ext>
                </a:extLst>
              </a:tr>
              <a:tr h="370840">
                <a:tc>
                  <a:txBody>
                    <a:bodyPr/>
                    <a:lstStyle/>
                    <a:p>
                      <a:pPr algn="ctr"/>
                      <a:r>
                        <a:rPr lang="en-US" dirty="0"/>
                        <a:t>&gt;=</a:t>
                      </a:r>
                    </a:p>
                  </a:txBody>
                  <a:tcPr/>
                </a:tc>
                <a:tc>
                  <a:txBody>
                    <a:bodyPr/>
                    <a:lstStyle/>
                    <a:p>
                      <a:r>
                        <a:rPr lang="en-US" dirty="0"/>
                        <a:t>At least</a:t>
                      </a:r>
                    </a:p>
                  </a:txBody>
                  <a:tcPr/>
                </a:tc>
                <a:tc>
                  <a:txBody>
                    <a:bodyPr/>
                    <a:lstStyle/>
                    <a:p>
                      <a:r>
                        <a:rPr lang="en-US" sz="1600" dirty="0"/>
                        <a:t>position &gt;= target</a:t>
                      </a:r>
                    </a:p>
                  </a:txBody>
                  <a:tcPr/>
                </a:tc>
                <a:tc>
                  <a:txBody>
                    <a:bodyPr/>
                    <a:lstStyle/>
                    <a:p>
                      <a:r>
                        <a:rPr lang="en-US" sz="1600" dirty="0" err="1"/>
                        <a:t>boolean</a:t>
                      </a:r>
                      <a:endParaRPr lang="en-US" sz="1600" dirty="0"/>
                    </a:p>
                  </a:txBody>
                  <a:tcPr/>
                </a:tc>
                <a:extLst>
                  <a:ext uri="{0D108BD9-81ED-4DB2-BD59-A6C34878D82A}">
                    <a16:rowId xmlns:a16="http://schemas.microsoft.com/office/drawing/2014/main" val="3810949964"/>
                  </a:ext>
                </a:extLst>
              </a:tr>
              <a:tr h="370840">
                <a:tc>
                  <a:txBody>
                    <a:bodyPr/>
                    <a:lstStyle/>
                    <a:p>
                      <a:pPr algn="ctr"/>
                      <a:r>
                        <a:rPr lang="en-US" dirty="0"/>
                        <a:t>&lt;=</a:t>
                      </a:r>
                    </a:p>
                  </a:txBody>
                  <a:tcPr/>
                </a:tc>
                <a:tc>
                  <a:txBody>
                    <a:bodyPr/>
                    <a:lstStyle/>
                    <a:p>
                      <a:r>
                        <a:rPr lang="en-US" dirty="0"/>
                        <a:t>At most</a:t>
                      </a:r>
                    </a:p>
                  </a:txBody>
                  <a:tcPr/>
                </a:tc>
                <a:tc>
                  <a:txBody>
                    <a:bodyPr/>
                    <a:lstStyle/>
                    <a:p>
                      <a:r>
                        <a:rPr lang="en-US" sz="1600" dirty="0"/>
                        <a:t>power &lt;= 1.0</a:t>
                      </a:r>
                    </a:p>
                  </a:txBody>
                  <a:tcPr/>
                </a:tc>
                <a:tc>
                  <a:txBody>
                    <a:bodyPr/>
                    <a:lstStyle/>
                    <a:p>
                      <a:r>
                        <a:rPr lang="en-US" sz="1600" dirty="0" err="1"/>
                        <a:t>boolean</a:t>
                      </a:r>
                      <a:endParaRPr lang="en-US" sz="1600" dirty="0"/>
                    </a:p>
                  </a:txBody>
                  <a:tcPr/>
                </a:tc>
                <a:extLst>
                  <a:ext uri="{0D108BD9-81ED-4DB2-BD59-A6C34878D82A}">
                    <a16:rowId xmlns:a16="http://schemas.microsoft.com/office/drawing/2014/main" val="3259369416"/>
                  </a:ext>
                </a:extLst>
              </a:tr>
              <a:tr h="370840">
                <a:tc>
                  <a:txBody>
                    <a:bodyPr/>
                    <a:lstStyle/>
                    <a:p>
                      <a:pPr algn="ctr"/>
                      <a:r>
                        <a:rPr lang="en-US" dirty="0"/>
                        <a:t>==</a:t>
                      </a:r>
                    </a:p>
                  </a:txBody>
                  <a:tcPr/>
                </a:tc>
                <a:tc>
                  <a:txBody>
                    <a:bodyPr/>
                    <a:lstStyle/>
                    <a:p>
                      <a:r>
                        <a:rPr lang="en-US" dirty="0"/>
                        <a:t>Is it the same</a:t>
                      </a:r>
                    </a:p>
                  </a:txBody>
                  <a:tcPr/>
                </a:tc>
                <a:tc>
                  <a:txBody>
                    <a:bodyPr/>
                    <a:lstStyle/>
                    <a:p>
                      <a:r>
                        <a:rPr lang="en-US" sz="1600" dirty="0" err="1"/>
                        <a:t>stepCount</a:t>
                      </a:r>
                      <a:r>
                        <a:rPr lang="en-US" sz="1600" dirty="0"/>
                        <a:t> == 0</a:t>
                      </a:r>
                    </a:p>
                  </a:txBody>
                  <a:tcPr/>
                </a:tc>
                <a:tc>
                  <a:txBody>
                    <a:bodyPr/>
                    <a:lstStyle/>
                    <a:p>
                      <a:r>
                        <a:rPr lang="en-US" sz="1600" dirty="0" err="1"/>
                        <a:t>boolean</a:t>
                      </a:r>
                      <a:endParaRPr lang="en-US" sz="1600" dirty="0"/>
                    </a:p>
                  </a:txBody>
                  <a:tcPr/>
                </a:tc>
                <a:extLst>
                  <a:ext uri="{0D108BD9-81ED-4DB2-BD59-A6C34878D82A}">
                    <a16:rowId xmlns:a16="http://schemas.microsoft.com/office/drawing/2014/main" val="869643270"/>
                  </a:ext>
                </a:extLst>
              </a:tr>
              <a:tr h="370840">
                <a:tc>
                  <a:txBody>
                    <a:bodyPr/>
                    <a:lstStyle/>
                    <a:p>
                      <a:pPr algn="ctr"/>
                      <a:r>
                        <a:rPr lang="en-US" dirty="0"/>
                        <a:t>!=</a:t>
                      </a:r>
                    </a:p>
                  </a:txBody>
                  <a:tcPr/>
                </a:tc>
                <a:tc>
                  <a:txBody>
                    <a:bodyPr/>
                    <a:lstStyle/>
                    <a:p>
                      <a:r>
                        <a:rPr lang="en-US" dirty="0"/>
                        <a:t>Is it different</a:t>
                      </a:r>
                    </a:p>
                  </a:txBody>
                  <a:tcPr/>
                </a:tc>
                <a:tc>
                  <a:txBody>
                    <a:bodyPr/>
                    <a:lstStyle/>
                    <a:p>
                      <a:r>
                        <a:rPr lang="en-US" sz="1600" dirty="0" err="1"/>
                        <a:t>leftSpeed</a:t>
                      </a:r>
                      <a:r>
                        <a:rPr lang="en-US" sz="1600" dirty="0"/>
                        <a:t> != 0.0</a:t>
                      </a:r>
                    </a:p>
                  </a:txBody>
                  <a:tcPr/>
                </a:tc>
                <a:tc>
                  <a:txBody>
                    <a:bodyPr/>
                    <a:lstStyle/>
                    <a:p>
                      <a:r>
                        <a:rPr lang="en-US" sz="1600" dirty="0" err="1"/>
                        <a:t>boolean</a:t>
                      </a:r>
                      <a:endParaRPr lang="en-US" sz="1600" dirty="0"/>
                    </a:p>
                  </a:txBody>
                  <a:tcPr/>
                </a:tc>
                <a:extLst>
                  <a:ext uri="{0D108BD9-81ED-4DB2-BD59-A6C34878D82A}">
                    <a16:rowId xmlns:a16="http://schemas.microsoft.com/office/drawing/2014/main" val="197422439"/>
                  </a:ext>
                </a:extLst>
              </a:tr>
            </a:tbl>
          </a:graphicData>
        </a:graphic>
      </p:graphicFrame>
      <p:sp>
        <p:nvSpPr>
          <p:cNvPr id="9" name="TextBox 8">
            <a:extLst>
              <a:ext uri="{FF2B5EF4-FFF2-40B4-BE49-F238E27FC236}">
                <a16:creationId xmlns:a16="http://schemas.microsoft.com/office/drawing/2014/main" id="{AB4D5DE7-04DD-DAB3-B1C9-A80E76F367D0}"/>
              </a:ext>
            </a:extLst>
          </p:cNvPr>
          <p:cNvSpPr txBox="1"/>
          <p:nvPr/>
        </p:nvSpPr>
        <p:spPr>
          <a:xfrm>
            <a:off x="1079499" y="1425546"/>
            <a:ext cx="4593168" cy="400110"/>
          </a:xfrm>
          <a:prstGeom prst="rect">
            <a:avLst/>
          </a:prstGeom>
          <a:noFill/>
        </p:spPr>
        <p:txBody>
          <a:bodyPr wrap="square">
            <a:spAutoFit/>
          </a:bodyPr>
          <a:lstStyle/>
          <a:p>
            <a:r>
              <a:rPr lang="en-US" sz="2000" b="1" dirty="0"/>
              <a:t>Asking questions</a:t>
            </a:r>
          </a:p>
        </p:txBody>
      </p:sp>
      <p:sp>
        <p:nvSpPr>
          <p:cNvPr id="11" name="Content Placeholder 2">
            <a:extLst>
              <a:ext uri="{FF2B5EF4-FFF2-40B4-BE49-F238E27FC236}">
                <a16:creationId xmlns:a16="http://schemas.microsoft.com/office/drawing/2014/main" id="{8BD096EE-F44A-EA6D-4782-4726CAF410C5}"/>
              </a:ext>
            </a:extLst>
          </p:cNvPr>
          <p:cNvSpPr txBox="1">
            <a:spLocks/>
          </p:cNvSpPr>
          <p:nvPr/>
        </p:nvSpPr>
        <p:spPr>
          <a:xfrm>
            <a:off x="1079499" y="4966265"/>
            <a:ext cx="10786269" cy="12106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 puts a value in the box. </a:t>
            </a:r>
          </a:p>
          <a:p>
            <a:pPr marL="0" indent="0">
              <a:buNone/>
            </a:pPr>
            <a:r>
              <a:rPr lang="en-US" sz="2000" dirty="0"/>
              <a:t>== asks whether two things match.</a:t>
            </a:r>
          </a:p>
        </p:txBody>
      </p:sp>
    </p:spTree>
    <p:extLst>
      <p:ext uri="{BB962C8B-B14F-4D97-AF65-F5344CB8AC3E}">
        <p14:creationId xmlns:p14="http://schemas.microsoft.com/office/powerpoint/2010/main" val="40548062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AE0D7-9E65-753E-67B4-AA0A3C01F3F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F248FCB-8734-D8DA-D117-5798259967AD}"/>
              </a:ext>
            </a:extLst>
          </p:cNvPr>
          <p:cNvSpPr txBox="1"/>
          <p:nvPr/>
        </p:nvSpPr>
        <p:spPr>
          <a:xfrm>
            <a:off x="1079499" y="1425546"/>
            <a:ext cx="4593168" cy="3023905"/>
          </a:xfrm>
          <a:prstGeom prst="rect">
            <a:avLst/>
          </a:prstGeom>
          <a:noFill/>
        </p:spPr>
        <p:txBody>
          <a:bodyPr wrap="square">
            <a:spAutoFit/>
          </a:bodyPr>
          <a:lstStyle/>
          <a:p>
            <a:r>
              <a:rPr lang="en-US" sz="2000" b="1" dirty="0"/>
              <a:t>Combining Questions</a:t>
            </a:r>
          </a:p>
          <a:p>
            <a:endParaRPr lang="en-US" sz="1050" b="1" dirty="0"/>
          </a:p>
          <a:p>
            <a:r>
              <a:rPr lang="en-US" sz="2000" b="1" dirty="0"/>
              <a:t>The three operators</a:t>
            </a:r>
          </a:p>
          <a:p>
            <a:endParaRPr lang="en-US" sz="2000" b="1" dirty="0"/>
          </a:p>
          <a:p>
            <a:endParaRPr lang="en-US" sz="2000" b="1" dirty="0"/>
          </a:p>
          <a:p>
            <a:endParaRPr lang="en-US" sz="2000" b="1" dirty="0"/>
          </a:p>
          <a:p>
            <a:endParaRPr lang="en-US" sz="2000" b="1" dirty="0"/>
          </a:p>
          <a:p>
            <a:endParaRPr lang="en-US" sz="2000" b="1" dirty="0"/>
          </a:p>
          <a:p>
            <a:endParaRPr lang="en-US" sz="2000" b="1" dirty="0"/>
          </a:p>
          <a:p>
            <a:r>
              <a:rPr lang="en-US" sz="2000" b="1" dirty="0"/>
              <a:t>Small truth table</a:t>
            </a:r>
          </a:p>
        </p:txBody>
      </p:sp>
      <p:sp>
        <p:nvSpPr>
          <p:cNvPr id="4" name="Title 3">
            <a:extLst>
              <a:ext uri="{FF2B5EF4-FFF2-40B4-BE49-F238E27FC236}">
                <a16:creationId xmlns:a16="http://schemas.microsoft.com/office/drawing/2014/main" id="{D474199C-F226-E6D5-FBC1-ABF31FED6E91}"/>
              </a:ext>
            </a:extLst>
          </p:cNvPr>
          <p:cNvSpPr>
            <a:spLocks noGrp="1"/>
          </p:cNvSpPr>
          <p:nvPr>
            <p:ph type="title"/>
          </p:nvPr>
        </p:nvSpPr>
        <p:spPr>
          <a:xfrm>
            <a:off x="321469" y="272257"/>
            <a:ext cx="11544300" cy="931724"/>
          </a:xfrm>
        </p:spPr>
        <p:txBody>
          <a:bodyPr anchor="ctr">
            <a:normAutofit/>
          </a:bodyPr>
          <a:lstStyle/>
          <a:p>
            <a:r>
              <a:rPr lang="en-US" dirty="0"/>
              <a:t>Logical operators</a:t>
            </a:r>
          </a:p>
        </p:txBody>
      </p:sp>
      <p:graphicFrame>
        <p:nvGraphicFramePr>
          <p:cNvPr id="5" name="Table 4">
            <a:extLst>
              <a:ext uri="{FF2B5EF4-FFF2-40B4-BE49-F238E27FC236}">
                <a16:creationId xmlns:a16="http://schemas.microsoft.com/office/drawing/2014/main" id="{EB646AC7-E7F2-5E21-9BA5-D01141D321D1}"/>
              </a:ext>
            </a:extLst>
          </p:cNvPr>
          <p:cNvGraphicFramePr>
            <a:graphicFrameLocks noGrp="1"/>
          </p:cNvGraphicFramePr>
          <p:nvPr>
            <p:extLst>
              <p:ext uri="{D42A27DB-BD31-4B8C-83A1-F6EECF244321}">
                <p14:modId xmlns:p14="http://schemas.microsoft.com/office/powerpoint/2010/main" val="4141202845"/>
              </p:ext>
            </p:extLst>
          </p:nvPr>
        </p:nvGraphicFramePr>
        <p:xfrm>
          <a:off x="1079499" y="2318098"/>
          <a:ext cx="4449234" cy="1483360"/>
        </p:xfrm>
        <a:graphic>
          <a:graphicData uri="http://schemas.openxmlformats.org/drawingml/2006/table">
            <a:tbl>
              <a:tblPr firstRow="1">
                <a:tableStyleId>{5C22544A-7EE6-4342-B048-85BDC9FD1C3A}</a:tableStyleId>
              </a:tblPr>
              <a:tblGrid>
                <a:gridCol w="1418168">
                  <a:extLst>
                    <a:ext uri="{9D8B030D-6E8A-4147-A177-3AD203B41FA5}">
                      <a16:colId xmlns:a16="http://schemas.microsoft.com/office/drawing/2014/main" val="1362572672"/>
                    </a:ext>
                  </a:extLst>
                </a:gridCol>
                <a:gridCol w="905933">
                  <a:extLst>
                    <a:ext uri="{9D8B030D-6E8A-4147-A177-3AD203B41FA5}">
                      <a16:colId xmlns:a16="http://schemas.microsoft.com/office/drawing/2014/main" val="1440327801"/>
                    </a:ext>
                  </a:extLst>
                </a:gridCol>
                <a:gridCol w="2125133">
                  <a:extLst>
                    <a:ext uri="{9D8B030D-6E8A-4147-A177-3AD203B41FA5}">
                      <a16:colId xmlns:a16="http://schemas.microsoft.com/office/drawing/2014/main" val="743089297"/>
                    </a:ext>
                  </a:extLst>
                </a:gridCol>
              </a:tblGrid>
              <a:tr h="370840">
                <a:tc>
                  <a:txBody>
                    <a:bodyPr/>
                    <a:lstStyle/>
                    <a:p>
                      <a:pPr algn="ctr"/>
                      <a:r>
                        <a:rPr lang="en-US" dirty="0"/>
                        <a:t>Operator</a:t>
                      </a:r>
                    </a:p>
                  </a:txBody>
                  <a:tcPr/>
                </a:tc>
                <a:tc>
                  <a:txBody>
                    <a:bodyPr/>
                    <a:lstStyle/>
                    <a:p>
                      <a:r>
                        <a:rPr lang="en-US" dirty="0"/>
                        <a:t>Means</a:t>
                      </a:r>
                    </a:p>
                  </a:txBody>
                  <a:tcPr/>
                </a:tc>
                <a:tc>
                  <a:txBody>
                    <a:bodyPr/>
                    <a:lstStyle/>
                    <a:p>
                      <a:r>
                        <a:rPr lang="en-US" dirty="0"/>
                        <a:t>True when</a:t>
                      </a:r>
                    </a:p>
                  </a:txBody>
                  <a:tcPr/>
                </a:tc>
                <a:extLst>
                  <a:ext uri="{0D108BD9-81ED-4DB2-BD59-A6C34878D82A}">
                    <a16:rowId xmlns:a16="http://schemas.microsoft.com/office/drawing/2014/main" val="999232344"/>
                  </a:ext>
                </a:extLst>
              </a:tr>
              <a:tr h="370840">
                <a:tc>
                  <a:txBody>
                    <a:bodyPr/>
                    <a:lstStyle/>
                    <a:p>
                      <a:pPr algn="ctr"/>
                      <a:r>
                        <a:rPr lang="en-US" dirty="0"/>
                        <a:t>&amp;&amp;</a:t>
                      </a:r>
                    </a:p>
                  </a:txBody>
                  <a:tcPr/>
                </a:tc>
                <a:tc>
                  <a:txBody>
                    <a:bodyPr/>
                    <a:lstStyle/>
                    <a:p>
                      <a:r>
                        <a:rPr lang="en-US" dirty="0"/>
                        <a:t>and</a:t>
                      </a:r>
                    </a:p>
                  </a:txBody>
                  <a:tcPr/>
                </a:tc>
                <a:tc>
                  <a:txBody>
                    <a:bodyPr/>
                    <a:lstStyle/>
                    <a:p>
                      <a:r>
                        <a:rPr lang="en-US" dirty="0"/>
                        <a:t>Both sides are true</a:t>
                      </a:r>
                    </a:p>
                  </a:txBody>
                  <a:tcPr/>
                </a:tc>
                <a:extLst>
                  <a:ext uri="{0D108BD9-81ED-4DB2-BD59-A6C34878D82A}">
                    <a16:rowId xmlns:a16="http://schemas.microsoft.com/office/drawing/2014/main" val="2019495337"/>
                  </a:ext>
                </a:extLst>
              </a:tr>
              <a:tr h="370840">
                <a:tc>
                  <a:txBody>
                    <a:bodyPr/>
                    <a:lstStyle/>
                    <a:p>
                      <a:pPr algn="ctr"/>
                      <a:r>
                        <a:rPr lang="en-US" dirty="0"/>
                        <a:t>||</a:t>
                      </a:r>
                    </a:p>
                  </a:txBody>
                  <a:tcPr/>
                </a:tc>
                <a:tc>
                  <a:txBody>
                    <a:bodyPr/>
                    <a:lstStyle/>
                    <a:p>
                      <a:r>
                        <a:rPr lang="en-US" dirty="0"/>
                        <a:t>or</a:t>
                      </a:r>
                    </a:p>
                  </a:txBody>
                  <a:tcPr/>
                </a:tc>
                <a:tc>
                  <a:txBody>
                    <a:bodyPr/>
                    <a:lstStyle/>
                    <a:p>
                      <a:r>
                        <a:rPr lang="en-US" sz="1600" dirty="0"/>
                        <a:t>Either side is true</a:t>
                      </a:r>
                    </a:p>
                  </a:txBody>
                  <a:tcPr/>
                </a:tc>
                <a:extLst>
                  <a:ext uri="{0D108BD9-81ED-4DB2-BD59-A6C34878D82A}">
                    <a16:rowId xmlns:a16="http://schemas.microsoft.com/office/drawing/2014/main" val="3062290241"/>
                  </a:ext>
                </a:extLst>
              </a:tr>
              <a:tr h="370840">
                <a:tc>
                  <a:txBody>
                    <a:bodyPr/>
                    <a:lstStyle/>
                    <a:p>
                      <a:pPr algn="ctr"/>
                      <a:r>
                        <a:rPr lang="en-US" dirty="0"/>
                        <a:t>!</a:t>
                      </a:r>
                    </a:p>
                  </a:txBody>
                  <a:tcPr/>
                </a:tc>
                <a:tc>
                  <a:txBody>
                    <a:bodyPr/>
                    <a:lstStyle/>
                    <a:p>
                      <a:r>
                        <a:rPr lang="en-US" dirty="0"/>
                        <a:t>not</a:t>
                      </a:r>
                    </a:p>
                  </a:txBody>
                  <a:tcPr/>
                </a:tc>
                <a:tc>
                  <a:txBody>
                    <a:bodyPr/>
                    <a:lstStyle/>
                    <a:p>
                      <a:r>
                        <a:rPr lang="en-US" sz="1600" dirty="0"/>
                        <a:t>Flips true to false</a:t>
                      </a:r>
                    </a:p>
                  </a:txBody>
                  <a:tcPr/>
                </a:tc>
                <a:extLst>
                  <a:ext uri="{0D108BD9-81ED-4DB2-BD59-A6C34878D82A}">
                    <a16:rowId xmlns:a16="http://schemas.microsoft.com/office/drawing/2014/main" val="3810949964"/>
                  </a:ext>
                </a:extLst>
              </a:tr>
            </a:tbl>
          </a:graphicData>
        </a:graphic>
      </p:graphicFrame>
      <p:graphicFrame>
        <p:nvGraphicFramePr>
          <p:cNvPr id="9" name="Table 8">
            <a:extLst>
              <a:ext uri="{FF2B5EF4-FFF2-40B4-BE49-F238E27FC236}">
                <a16:creationId xmlns:a16="http://schemas.microsoft.com/office/drawing/2014/main" id="{F2A6EC56-93D1-1DF6-5786-9BAD21BBC223}"/>
              </a:ext>
            </a:extLst>
          </p:cNvPr>
          <p:cNvGraphicFramePr>
            <a:graphicFrameLocks noGrp="1"/>
          </p:cNvGraphicFramePr>
          <p:nvPr>
            <p:extLst>
              <p:ext uri="{D42A27DB-BD31-4B8C-83A1-F6EECF244321}">
                <p14:modId xmlns:p14="http://schemas.microsoft.com/office/powerpoint/2010/main" val="167849914"/>
              </p:ext>
            </p:extLst>
          </p:nvPr>
        </p:nvGraphicFramePr>
        <p:xfrm>
          <a:off x="1079499" y="4449451"/>
          <a:ext cx="4449234" cy="1854200"/>
        </p:xfrm>
        <a:graphic>
          <a:graphicData uri="http://schemas.openxmlformats.org/drawingml/2006/table">
            <a:tbl>
              <a:tblPr firstRow="1">
                <a:tableStyleId>{5C22544A-7EE6-4342-B048-85BDC9FD1C3A}</a:tableStyleId>
              </a:tblPr>
              <a:tblGrid>
                <a:gridCol w="1164168">
                  <a:extLst>
                    <a:ext uri="{9D8B030D-6E8A-4147-A177-3AD203B41FA5}">
                      <a16:colId xmlns:a16="http://schemas.microsoft.com/office/drawing/2014/main" val="1362572672"/>
                    </a:ext>
                  </a:extLst>
                </a:gridCol>
                <a:gridCol w="999066">
                  <a:extLst>
                    <a:ext uri="{9D8B030D-6E8A-4147-A177-3AD203B41FA5}">
                      <a16:colId xmlns:a16="http://schemas.microsoft.com/office/drawing/2014/main" val="1440327801"/>
                    </a:ext>
                  </a:extLst>
                </a:gridCol>
                <a:gridCol w="1083734">
                  <a:extLst>
                    <a:ext uri="{9D8B030D-6E8A-4147-A177-3AD203B41FA5}">
                      <a16:colId xmlns:a16="http://schemas.microsoft.com/office/drawing/2014/main" val="743089297"/>
                    </a:ext>
                  </a:extLst>
                </a:gridCol>
                <a:gridCol w="1202266">
                  <a:extLst>
                    <a:ext uri="{9D8B030D-6E8A-4147-A177-3AD203B41FA5}">
                      <a16:colId xmlns:a16="http://schemas.microsoft.com/office/drawing/2014/main" val="1768103095"/>
                    </a:ext>
                  </a:extLst>
                </a:gridCol>
              </a:tblGrid>
              <a:tr h="370840">
                <a:tc>
                  <a:txBody>
                    <a:bodyPr/>
                    <a:lstStyle/>
                    <a:p>
                      <a:pPr algn="ctr"/>
                      <a:r>
                        <a:rPr lang="en-US" dirty="0"/>
                        <a:t>A</a:t>
                      </a:r>
                    </a:p>
                  </a:txBody>
                  <a:tcPr/>
                </a:tc>
                <a:tc>
                  <a:txBody>
                    <a:bodyPr/>
                    <a:lstStyle/>
                    <a:p>
                      <a:pPr algn="ctr"/>
                      <a:r>
                        <a:rPr lang="en-US" dirty="0"/>
                        <a:t>B</a:t>
                      </a:r>
                    </a:p>
                  </a:txBody>
                  <a:tcPr/>
                </a:tc>
                <a:tc>
                  <a:txBody>
                    <a:bodyPr/>
                    <a:lstStyle/>
                    <a:p>
                      <a:pPr algn="ctr"/>
                      <a:r>
                        <a:rPr lang="en-US" dirty="0"/>
                        <a:t>A &amp;&amp; B</a:t>
                      </a:r>
                    </a:p>
                  </a:txBody>
                  <a:tcPr/>
                </a:tc>
                <a:tc>
                  <a:txBody>
                    <a:bodyPr/>
                    <a:lstStyle/>
                    <a:p>
                      <a:pPr algn="ctr"/>
                      <a:r>
                        <a:rPr lang="en-US" dirty="0"/>
                        <a:t>A || B</a:t>
                      </a:r>
                    </a:p>
                  </a:txBody>
                  <a:tcPr/>
                </a:tc>
                <a:extLst>
                  <a:ext uri="{0D108BD9-81ED-4DB2-BD59-A6C34878D82A}">
                    <a16:rowId xmlns:a16="http://schemas.microsoft.com/office/drawing/2014/main" val="999232344"/>
                  </a:ext>
                </a:extLst>
              </a:tr>
              <a:tr h="370840">
                <a:tc>
                  <a:txBody>
                    <a:bodyPr/>
                    <a:lstStyle/>
                    <a:p>
                      <a:pPr algn="ctr"/>
                      <a:r>
                        <a:rPr lang="en-US" dirty="0"/>
                        <a:t>true</a:t>
                      </a:r>
                    </a:p>
                  </a:txBody>
                  <a:tcPr/>
                </a:tc>
                <a:tc>
                  <a:txBody>
                    <a:bodyPr/>
                    <a:lstStyle/>
                    <a:p>
                      <a:pPr algn="ctr"/>
                      <a:r>
                        <a:rPr lang="en-US" dirty="0"/>
                        <a:t>true</a:t>
                      </a:r>
                    </a:p>
                  </a:txBody>
                  <a:tcPr/>
                </a:tc>
                <a:tc>
                  <a:txBody>
                    <a:bodyPr/>
                    <a:lstStyle/>
                    <a:p>
                      <a:pPr algn="ctr"/>
                      <a:r>
                        <a:rPr lang="en-US" dirty="0"/>
                        <a:t>true</a:t>
                      </a:r>
                    </a:p>
                  </a:txBody>
                  <a:tcPr>
                    <a:solidFill>
                      <a:schemeClr val="accent6">
                        <a:lumMod val="20000"/>
                        <a:lumOff val="80000"/>
                      </a:schemeClr>
                    </a:solidFill>
                  </a:tcPr>
                </a:tc>
                <a:tc>
                  <a:txBody>
                    <a:bodyPr/>
                    <a:lstStyle/>
                    <a:p>
                      <a:pPr algn="ctr"/>
                      <a:r>
                        <a:rPr lang="en-US" dirty="0"/>
                        <a:t>true</a:t>
                      </a:r>
                    </a:p>
                  </a:txBody>
                  <a:tcPr>
                    <a:solidFill>
                      <a:schemeClr val="accent6">
                        <a:lumMod val="20000"/>
                        <a:lumOff val="80000"/>
                      </a:schemeClr>
                    </a:solidFill>
                  </a:tcPr>
                </a:tc>
                <a:extLst>
                  <a:ext uri="{0D108BD9-81ED-4DB2-BD59-A6C34878D82A}">
                    <a16:rowId xmlns:a16="http://schemas.microsoft.com/office/drawing/2014/main" val="2019495337"/>
                  </a:ext>
                </a:extLst>
              </a:tr>
              <a:tr h="370840">
                <a:tc>
                  <a:txBody>
                    <a:bodyPr/>
                    <a:lstStyle/>
                    <a:p>
                      <a:pPr algn="ctr"/>
                      <a:r>
                        <a:rPr lang="en-US" dirty="0"/>
                        <a:t>true</a:t>
                      </a:r>
                    </a:p>
                  </a:txBody>
                  <a:tcPr/>
                </a:tc>
                <a:tc>
                  <a:txBody>
                    <a:bodyPr/>
                    <a:lstStyle/>
                    <a:p>
                      <a:pPr algn="ctr"/>
                      <a:r>
                        <a:rPr lang="en-US" dirty="0"/>
                        <a:t>false</a:t>
                      </a:r>
                    </a:p>
                  </a:txBody>
                  <a:tcPr/>
                </a:tc>
                <a:tc>
                  <a:txBody>
                    <a:bodyPr/>
                    <a:lstStyle/>
                    <a:p>
                      <a:pPr algn="ctr"/>
                      <a:r>
                        <a:rPr lang="en-US" sz="1600" dirty="0"/>
                        <a:t>false</a:t>
                      </a:r>
                    </a:p>
                  </a:txBody>
                  <a:tcPr>
                    <a:solidFill>
                      <a:schemeClr val="accent6">
                        <a:lumMod val="20000"/>
                        <a:lumOff val="80000"/>
                      </a:schemeClr>
                    </a:solidFill>
                  </a:tcPr>
                </a:tc>
                <a:tc>
                  <a:txBody>
                    <a:bodyPr/>
                    <a:lstStyle/>
                    <a:p>
                      <a:pPr algn="ctr"/>
                      <a:r>
                        <a:rPr lang="en-US" sz="1600" dirty="0"/>
                        <a:t>true</a:t>
                      </a:r>
                    </a:p>
                  </a:txBody>
                  <a:tcPr>
                    <a:solidFill>
                      <a:schemeClr val="accent6">
                        <a:lumMod val="20000"/>
                        <a:lumOff val="80000"/>
                      </a:schemeClr>
                    </a:solidFill>
                  </a:tcPr>
                </a:tc>
                <a:extLst>
                  <a:ext uri="{0D108BD9-81ED-4DB2-BD59-A6C34878D82A}">
                    <a16:rowId xmlns:a16="http://schemas.microsoft.com/office/drawing/2014/main" val="3062290241"/>
                  </a:ext>
                </a:extLst>
              </a:tr>
              <a:tr h="370840">
                <a:tc>
                  <a:txBody>
                    <a:bodyPr/>
                    <a:lstStyle/>
                    <a:p>
                      <a:pPr algn="ctr"/>
                      <a:r>
                        <a:rPr lang="en-US" dirty="0"/>
                        <a:t>false</a:t>
                      </a:r>
                    </a:p>
                  </a:txBody>
                  <a:tcPr/>
                </a:tc>
                <a:tc>
                  <a:txBody>
                    <a:bodyPr/>
                    <a:lstStyle/>
                    <a:p>
                      <a:pPr algn="ctr"/>
                      <a:r>
                        <a:rPr lang="en-US" dirty="0"/>
                        <a:t>true</a:t>
                      </a:r>
                    </a:p>
                  </a:txBody>
                  <a:tcPr/>
                </a:tc>
                <a:tc>
                  <a:txBody>
                    <a:bodyPr/>
                    <a:lstStyle/>
                    <a:p>
                      <a:pPr algn="ctr"/>
                      <a:r>
                        <a:rPr lang="en-US" sz="1600" dirty="0"/>
                        <a:t>false</a:t>
                      </a:r>
                    </a:p>
                  </a:txBody>
                  <a:tcPr>
                    <a:solidFill>
                      <a:schemeClr val="accent6">
                        <a:lumMod val="20000"/>
                        <a:lumOff val="80000"/>
                      </a:schemeClr>
                    </a:solidFill>
                  </a:tcPr>
                </a:tc>
                <a:tc>
                  <a:txBody>
                    <a:bodyPr/>
                    <a:lstStyle/>
                    <a:p>
                      <a:pPr algn="ctr"/>
                      <a:r>
                        <a:rPr lang="en-US" sz="1600" dirty="0"/>
                        <a:t>true</a:t>
                      </a:r>
                    </a:p>
                  </a:txBody>
                  <a:tcPr>
                    <a:solidFill>
                      <a:schemeClr val="accent6">
                        <a:lumMod val="20000"/>
                        <a:lumOff val="80000"/>
                      </a:schemeClr>
                    </a:solidFill>
                  </a:tcPr>
                </a:tc>
                <a:extLst>
                  <a:ext uri="{0D108BD9-81ED-4DB2-BD59-A6C34878D82A}">
                    <a16:rowId xmlns:a16="http://schemas.microsoft.com/office/drawing/2014/main" val="3810949964"/>
                  </a:ext>
                </a:extLst>
              </a:tr>
              <a:tr h="370840">
                <a:tc>
                  <a:txBody>
                    <a:bodyPr/>
                    <a:lstStyle/>
                    <a:p>
                      <a:pPr algn="ctr"/>
                      <a:r>
                        <a:rPr lang="en-US" dirty="0"/>
                        <a:t>false</a:t>
                      </a:r>
                    </a:p>
                  </a:txBody>
                  <a:tcPr/>
                </a:tc>
                <a:tc>
                  <a:txBody>
                    <a:bodyPr/>
                    <a:lstStyle/>
                    <a:p>
                      <a:pPr algn="ctr"/>
                      <a:r>
                        <a:rPr lang="en-US" dirty="0"/>
                        <a:t>false</a:t>
                      </a:r>
                    </a:p>
                  </a:txBody>
                  <a:tcPr/>
                </a:tc>
                <a:tc>
                  <a:txBody>
                    <a:bodyPr/>
                    <a:lstStyle/>
                    <a:p>
                      <a:pPr algn="ctr"/>
                      <a:r>
                        <a:rPr lang="en-US" sz="1600" dirty="0"/>
                        <a:t>false</a:t>
                      </a:r>
                    </a:p>
                  </a:txBody>
                  <a:tcPr>
                    <a:solidFill>
                      <a:schemeClr val="accent6">
                        <a:lumMod val="20000"/>
                        <a:lumOff val="80000"/>
                      </a:schemeClr>
                    </a:solidFill>
                  </a:tcPr>
                </a:tc>
                <a:tc>
                  <a:txBody>
                    <a:bodyPr/>
                    <a:lstStyle/>
                    <a:p>
                      <a:pPr algn="ctr"/>
                      <a:r>
                        <a:rPr lang="en-US" sz="1600" dirty="0"/>
                        <a:t>false</a:t>
                      </a:r>
                    </a:p>
                  </a:txBody>
                  <a:tcPr>
                    <a:solidFill>
                      <a:schemeClr val="accent6">
                        <a:lumMod val="20000"/>
                        <a:lumOff val="80000"/>
                      </a:schemeClr>
                    </a:solidFill>
                  </a:tcPr>
                </a:tc>
                <a:extLst>
                  <a:ext uri="{0D108BD9-81ED-4DB2-BD59-A6C34878D82A}">
                    <a16:rowId xmlns:a16="http://schemas.microsoft.com/office/drawing/2014/main" val="2576927308"/>
                  </a:ext>
                </a:extLst>
              </a:tr>
            </a:tbl>
          </a:graphicData>
        </a:graphic>
      </p:graphicFrame>
      <p:sp>
        <p:nvSpPr>
          <p:cNvPr id="11" name="TextBox 10">
            <a:extLst>
              <a:ext uri="{FF2B5EF4-FFF2-40B4-BE49-F238E27FC236}">
                <a16:creationId xmlns:a16="http://schemas.microsoft.com/office/drawing/2014/main" id="{5B58E89E-E121-77D8-B8BE-69B1DFD9E3D4}"/>
              </a:ext>
            </a:extLst>
          </p:cNvPr>
          <p:cNvSpPr txBox="1"/>
          <p:nvPr/>
        </p:nvSpPr>
        <p:spPr>
          <a:xfrm>
            <a:off x="6193366" y="2318098"/>
            <a:ext cx="5524501" cy="1951688"/>
          </a:xfrm>
          <a:prstGeom prst="rect">
            <a:avLst/>
          </a:prstGeom>
          <a:solidFill>
            <a:schemeClr val="tx1"/>
          </a:solidFill>
        </p:spPr>
        <p:txBody>
          <a:bodyPr wrap="square">
            <a:spAutoFit/>
          </a:bodyPr>
          <a:lstStyle/>
          <a:p>
            <a:pPr>
              <a:lnSpc>
                <a:spcPct val="113095"/>
              </a:lnSpc>
              <a:buNone/>
            </a:pPr>
            <a:r>
              <a:rPr lang="en-US" sz="1800" b="0" dirty="0" err="1">
                <a:solidFill>
                  <a:srgbClr val="C9D1D9"/>
                </a:solidFill>
                <a:effectLst/>
                <a:latin typeface="Consolas" panose="020B0609020204030204" pitchFamily="49" charset="0"/>
              </a:rPr>
              <a:t>boolean</a:t>
            </a:r>
            <a:r>
              <a:rPr lang="en-US" sz="1800" b="0" dirty="0">
                <a:solidFill>
                  <a:srgbClr val="FFA657"/>
                </a:solidFill>
                <a:effectLst/>
                <a:latin typeface="Consolas" panose="020B0609020204030204" pitchFamily="49" charset="0"/>
              </a:rPr>
              <a:t> </a:t>
            </a:r>
            <a:r>
              <a:rPr lang="en-US" dirty="0" err="1">
                <a:solidFill>
                  <a:srgbClr val="B5CEA8"/>
                </a:solidFill>
                <a:latin typeface="Consolas" panose="020B0609020204030204" pitchFamily="49" charset="0"/>
              </a:rPr>
              <a:t>isMoving</a:t>
            </a:r>
            <a:r>
              <a:rPr lang="en-US" dirty="0">
                <a:solidFill>
                  <a:srgbClr val="B5CEA8"/>
                </a:solidFill>
                <a:latin typeface="Consolas" panose="020B0609020204030204" pitchFamily="49" charset="0"/>
              </a:rPr>
              <a:t> =</a:t>
            </a:r>
          </a:p>
          <a:p>
            <a:pPr>
              <a:lnSpc>
                <a:spcPct val="113095"/>
              </a:lnSpc>
              <a:buNone/>
            </a:pPr>
            <a:r>
              <a:rPr lang="en-US" sz="1800" b="0" dirty="0">
                <a:solidFill>
                  <a:srgbClr val="B5CEA8"/>
                </a:solidFill>
                <a:effectLst/>
                <a:latin typeface="Consolas" panose="020B0609020204030204" pitchFamily="49" charset="0"/>
              </a:rPr>
              <a:t>   </a:t>
            </a:r>
            <a:r>
              <a:rPr lang="en-US" sz="1800" b="0" dirty="0" err="1">
                <a:solidFill>
                  <a:srgbClr val="B5CEA8"/>
                </a:solidFill>
                <a:effectLst/>
                <a:latin typeface="Consolas" panose="020B0609020204030204" pitchFamily="49" charset="0"/>
              </a:rPr>
              <a:t>leftSpeed</a:t>
            </a:r>
            <a:r>
              <a:rPr lang="en-US" sz="1800" b="0" dirty="0">
                <a:solidFill>
                  <a:srgbClr val="B5CEA8"/>
                </a:solidFill>
                <a:effectLst/>
                <a:latin typeface="Consolas" panose="020B0609020204030204" pitchFamily="49" charset="0"/>
              </a:rPr>
              <a:t> ! </a:t>
            </a:r>
            <a:r>
              <a:rPr lang="en-US" dirty="0">
                <a:solidFill>
                  <a:srgbClr val="B5CEA8"/>
                </a:solidFill>
                <a:latin typeface="Consolas" panose="020B0609020204030204" pitchFamily="49" charset="0"/>
              </a:rPr>
              <a:t>= 0.0 || </a:t>
            </a:r>
            <a:r>
              <a:rPr lang="en-US" dirty="0" err="1">
                <a:solidFill>
                  <a:srgbClr val="B5CEA8"/>
                </a:solidFill>
                <a:latin typeface="Consolas" panose="020B0609020204030204" pitchFamily="49" charset="0"/>
              </a:rPr>
              <a:t>rightSpeed</a:t>
            </a:r>
            <a:r>
              <a:rPr lang="en-US" dirty="0">
                <a:solidFill>
                  <a:srgbClr val="B5CEA8"/>
                </a:solidFill>
                <a:latin typeface="Consolas" panose="020B0609020204030204" pitchFamily="49" charset="0"/>
              </a:rPr>
              <a:t> != 0.0;</a:t>
            </a:r>
            <a:endParaRPr lang="en-US" sz="1800" b="0" dirty="0">
              <a:solidFill>
                <a:srgbClr val="BBBEBF"/>
              </a:solidFill>
              <a:effectLst/>
              <a:latin typeface="Consolas" panose="020B0609020204030204" pitchFamily="49" charset="0"/>
            </a:endParaRPr>
          </a:p>
          <a:p>
            <a:pPr>
              <a:lnSpc>
                <a:spcPct val="113095"/>
              </a:lnSpc>
            </a:pPr>
            <a:endParaRPr lang="en-US" dirty="0">
              <a:solidFill>
                <a:srgbClr val="C9D1D9"/>
              </a:solidFill>
              <a:latin typeface="Consolas" panose="020B0609020204030204" pitchFamily="49" charset="0"/>
            </a:endParaRPr>
          </a:p>
          <a:p>
            <a:pPr>
              <a:lnSpc>
                <a:spcPct val="113095"/>
              </a:lnSpc>
            </a:pPr>
            <a:r>
              <a:rPr lang="en-US" dirty="0" err="1">
                <a:solidFill>
                  <a:srgbClr val="C9D1D9"/>
                </a:solidFill>
                <a:latin typeface="Consolas" panose="020B0609020204030204" pitchFamily="49" charset="0"/>
              </a:rPr>
              <a:t>boolean</a:t>
            </a:r>
            <a:r>
              <a:rPr lang="en-US" dirty="0">
                <a:solidFill>
                  <a:srgbClr val="C9D1D9"/>
                </a:solidFill>
                <a:latin typeface="Consolas" panose="020B0609020204030204" pitchFamily="49" charset="0"/>
              </a:rPr>
              <a:t> </a:t>
            </a:r>
            <a:r>
              <a:rPr lang="en-US" dirty="0" err="1">
                <a:solidFill>
                  <a:srgbClr val="C9D1D9"/>
                </a:solidFill>
                <a:latin typeface="Consolas" panose="020B0609020204030204" pitchFamily="49" charset="0"/>
              </a:rPr>
              <a:t>safeToDrive</a:t>
            </a:r>
            <a:r>
              <a:rPr lang="en-US" dirty="0">
                <a:solidFill>
                  <a:srgbClr val="C9D1D9"/>
                </a:solidFill>
                <a:latin typeface="Consolas" panose="020B0609020204030204" pitchFamily="49" charset="0"/>
              </a:rPr>
              <a:t> = </a:t>
            </a:r>
          </a:p>
          <a:p>
            <a:pPr>
              <a:lnSpc>
                <a:spcPct val="113095"/>
              </a:lnSpc>
            </a:pPr>
            <a:r>
              <a:rPr lang="en-US" dirty="0">
                <a:solidFill>
                  <a:srgbClr val="C9D1D9"/>
                </a:solidFill>
                <a:latin typeface="Consolas" panose="020B0609020204030204" pitchFamily="49" charset="0"/>
              </a:rPr>
              <a:t>    !</a:t>
            </a:r>
            <a:r>
              <a:rPr lang="en-US" dirty="0" err="1">
                <a:solidFill>
                  <a:srgbClr val="C9D1D9"/>
                </a:solidFill>
                <a:latin typeface="Consolas" panose="020B0609020204030204" pitchFamily="49" charset="0"/>
              </a:rPr>
              <a:t>limitSwitchPressed</a:t>
            </a:r>
            <a:r>
              <a:rPr lang="en-US" dirty="0">
                <a:solidFill>
                  <a:srgbClr val="C9D1D9"/>
                </a:solidFill>
                <a:latin typeface="Consolas" panose="020B0609020204030204" pitchFamily="49" charset="0"/>
              </a:rPr>
              <a:t> </a:t>
            </a:r>
          </a:p>
          <a:p>
            <a:pPr>
              <a:lnSpc>
                <a:spcPct val="113095"/>
              </a:lnSpc>
            </a:pPr>
            <a:r>
              <a:rPr lang="en-US" dirty="0">
                <a:solidFill>
                  <a:srgbClr val="C9D1D9"/>
                </a:solidFill>
                <a:latin typeface="Consolas" panose="020B0609020204030204" pitchFamily="49" charset="0"/>
              </a:rPr>
              <a:t>    &amp;&amp; </a:t>
            </a:r>
            <a:r>
              <a:rPr lang="en-US" dirty="0" err="1">
                <a:solidFill>
                  <a:srgbClr val="C9D1D9"/>
                </a:solidFill>
                <a:latin typeface="Consolas" panose="020B0609020204030204" pitchFamily="49" charset="0"/>
              </a:rPr>
              <a:t>batteryVolts</a:t>
            </a:r>
            <a:r>
              <a:rPr lang="en-US" dirty="0">
                <a:solidFill>
                  <a:srgbClr val="C9D1D9"/>
                </a:solidFill>
                <a:latin typeface="Consolas" panose="020B0609020204030204" pitchFamily="49" charset="0"/>
              </a:rPr>
              <a:t> &gt; 11.0;</a:t>
            </a:r>
            <a:endParaRPr lang="en-US" dirty="0">
              <a:solidFill>
                <a:srgbClr val="BBBEBF"/>
              </a:solidFill>
              <a:latin typeface="Consolas" panose="020B0609020204030204" pitchFamily="49" charset="0"/>
            </a:endParaRPr>
          </a:p>
        </p:txBody>
      </p:sp>
      <p:sp>
        <p:nvSpPr>
          <p:cNvPr id="13" name="TextBox 12">
            <a:extLst>
              <a:ext uri="{FF2B5EF4-FFF2-40B4-BE49-F238E27FC236}">
                <a16:creationId xmlns:a16="http://schemas.microsoft.com/office/drawing/2014/main" id="{658EB849-FB27-1B65-1BE3-287A346C6BA0}"/>
              </a:ext>
            </a:extLst>
          </p:cNvPr>
          <p:cNvSpPr txBox="1"/>
          <p:nvPr/>
        </p:nvSpPr>
        <p:spPr>
          <a:xfrm>
            <a:off x="6093619" y="1425546"/>
            <a:ext cx="4593168" cy="869469"/>
          </a:xfrm>
          <a:prstGeom prst="rect">
            <a:avLst/>
          </a:prstGeom>
          <a:noFill/>
        </p:spPr>
        <p:txBody>
          <a:bodyPr wrap="square">
            <a:spAutoFit/>
          </a:bodyPr>
          <a:lstStyle/>
          <a:p>
            <a:endParaRPr lang="en-US" sz="2000" b="1" dirty="0"/>
          </a:p>
          <a:p>
            <a:endParaRPr lang="en-US" sz="1050" b="1" dirty="0"/>
          </a:p>
          <a:p>
            <a:r>
              <a:rPr lang="en-US" sz="2000" b="1" dirty="0"/>
              <a:t>Two worked examples</a:t>
            </a:r>
          </a:p>
        </p:txBody>
      </p:sp>
    </p:spTree>
    <p:extLst>
      <p:ext uri="{BB962C8B-B14F-4D97-AF65-F5344CB8AC3E}">
        <p14:creationId xmlns:p14="http://schemas.microsoft.com/office/powerpoint/2010/main" val="18727561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AE144-ED60-1D85-3EB6-CD74900AFA0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A945B9-049F-5D68-9AFB-136EBFAB64C1}"/>
              </a:ext>
            </a:extLst>
          </p:cNvPr>
          <p:cNvSpPr>
            <a:spLocks noGrp="1"/>
          </p:cNvSpPr>
          <p:nvPr>
            <p:ph idx="1"/>
          </p:nvPr>
        </p:nvSpPr>
        <p:spPr/>
        <p:txBody>
          <a:bodyPr>
            <a:normAutofit/>
          </a:bodyPr>
          <a:lstStyle/>
          <a:p>
            <a:pPr marL="0" indent="0">
              <a:buNone/>
            </a:pPr>
            <a:r>
              <a:rPr lang="en-US" sz="2400" dirty="0"/>
              <a:t>Keeping a motor in range.</a:t>
            </a:r>
          </a:p>
          <a:p>
            <a:pPr marL="0" indent="0">
              <a:buNone/>
            </a:pPr>
            <a:endParaRPr lang="en-US" sz="2400" dirty="0"/>
          </a:p>
          <a:p>
            <a:pPr marL="0" indent="0">
              <a:buNone/>
            </a:pPr>
            <a:endParaRPr lang="en-US" sz="2400" dirty="0"/>
          </a:p>
          <a:p>
            <a:pPr lvl="0"/>
            <a:r>
              <a:rPr lang="en-US" sz="2400" dirty="0" err="1"/>
              <a:t>Math.max</a:t>
            </a:r>
            <a:r>
              <a:rPr lang="en-US" sz="2400" dirty="0"/>
              <a:t>(-1.0, power): </a:t>
            </a:r>
            <a:r>
              <a:rPr lang="en-US" sz="2400" b="1" dirty="0"/>
              <a:t>at least -1.0</a:t>
            </a:r>
            <a:endParaRPr lang="en-US" sz="2400" dirty="0"/>
          </a:p>
          <a:p>
            <a:pPr lvl="0"/>
            <a:r>
              <a:rPr lang="en-US" sz="2400" dirty="0" err="1"/>
              <a:t>Math.min</a:t>
            </a:r>
            <a:r>
              <a:rPr lang="en-US" sz="2400" dirty="0"/>
              <a:t>(1.0, ...): </a:t>
            </a:r>
            <a:r>
              <a:rPr lang="en-US" sz="2400" b="1" dirty="0"/>
              <a:t>at most 1.0</a:t>
            </a:r>
            <a:endParaRPr lang="en-US" sz="2400" dirty="0"/>
          </a:p>
          <a:p>
            <a:pPr marL="0" indent="0">
              <a:buNone/>
            </a:pPr>
            <a:endParaRPr lang="en-US" sz="2400" dirty="0"/>
          </a:p>
        </p:txBody>
      </p:sp>
      <p:sp>
        <p:nvSpPr>
          <p:cNvPr id="4" name="Title 3">
            <a:extLst>
              <a:ext uri="{FF2B5EF4-FFF2-40B4-BE49-F238E27FC236}">
                <a16:creationId xmlns:a16="http://schemas.microsoft.com/office/drawing/2014/main" id="{40C4547B-102B-DAD6-5A8E-51BB52DC277F}"/>
              </a:ext>
            </a:extLst>
          </p:cNvPr>
          <p:cNvSpPr>
            <a:spLocks noGrp="1"/>
          </p:cNvSpPr>
          <p:nvPr>
            <p:ph type="title"/>
          </p:nvPr>
        </p:nvSpPr>
        <p:spPr>
          <a:xfrm>
            <a:off x="321469" y="272257"/>
            <a:ext cx="11544300" cy="931724"/>
          </a:xfrm>
        </p:spPr>
        <p:txBody>
          <a:bodyPr anchor="ctr">
            <a:normAutofit/>
          </a:bodyPr>
          <a:lstStyle/>
          <a:p>
            <a:r>
              <a:rPr lang="en-US" dirty="0"/>
              <a:t>Clamping without if</a:t>
            </a:r>
          </a:p>
        </p:txBody>
      </p:sp>
      <p:sp>
        <p:nvSpPr>
          <p:cNvPr id="5" name="TextBox 4">
            <a:extLst>
              <a:ext uri="{FF2B5EF4-FFF2-40B4-BE49-F238E27FC236}">
                <a16:creationId xmlns:a16="http://schemas.microsoft.com/office/drawing/2014/main" id="{ED7F2505-820B-1487-1E58-5DF0A82F2DEC}"/>
              </a:ext>
            </a:extLst>
          </p:cNvPr>
          <p:cNvSpPr txBox="1"/>
          <p:nvPr/>
        </p:nvSpPr>
        <p:spPr>
          <a:xfrm>
            <a:off x="1155699" y="2147838"/>
            <a:ext cx="6667501" cy="484556"/>
          </a:xfrm>
          <a:prstGeom prst="rect">
            <a:avLst/>
          </a:prstGeom>
          <a:solidFill>
            <a:schemeClr val="tx1"/>
          </a:solidFill>
        </p:spPr>
        <p:txBody>
          <a:bodyPr wrap="square">
            <a:spAutoFit/>
          </a:bodyPr>
          <a:lstStyle/>
          <a:p>
            <a:pPr>
              <a:lnSpc>
                <a:spcPct val="113095"/>
              </a:lnSpc>
              <a:buNone/>
            </a:pPr>
            <a:r>
              <a:rPr lang="en-US" sz="2400" b="0" dirty="0" err="1">
                <a:solidFill>
                  <a:srgbClr val="C9D1D9"/>
                </a:solidFill>
                <a:effectLst/>
                <a:latin typeface="Consolas" panose="020B0609020204030204" pitchFamily="49" charset="0"/>
              </a:rPr>
              <a:t>Math.min</a:t>
            </a:r>
            <a:r>
              <a:rPr lang="en-US" sz="2400" b="0" dirty="0">
                <a:solidFill>
                  <a:srgbClr val="C9D1D9"/>
                </a:solidFill>
                <a:effectLst/>
                <a:latin typeface="Consolas" panose="020B0609020204030204" pitchFamily="49" charset="0"/>
              </a:rPr>
              <a:t>(1.0, </a:t>
            </a:r>
            <a:r>
              <a:rPr lang="en-US" sz="2400" b="0" dirty="0" err="1">
                <a:solidFill>
                  <a:srgbClr val="C9D1D9"/>
                </a:solidFill>
                <a:effectLst/>
                <a:latin typeface="Consolas" panose="020B0609020204030204" pitchFamily="49" charset="0"/>
              </a:rPr>
              <a:t>Math.max</a:t>
            </a:r>
            <a:r>
              <a:rPr lang="en-US" sz="2400" b="0" dirty="0">
                <a:solidFill>
                  <a:srgbClr val="C9D1D9"/>
                </a:solidFill>
                <a:effectLst/>
                <a:latin typeface="Consolas" panose="020B0609020204030204" pitchFamily="49" charset="0"/>
              </a:rPr>
              <a:t>(-1.0, power))</a:t>
            </a:r>
            <a:r>
              <a:rPr lang="en-US" sz="2400" b="0" dirty="0">
                <a:solidFill>
                  <a:srgbClr val="BBBEBF"/>
                </a:solidFill>
                <a:effectLst/>
                <a:latin typeface="Consolas" panose="020B0609020204030204" pitchFamily="49" charset="0"/>
              </a:rPr>
              <a:t>;</a:t>
            </a:r>
          </a:p>
        </p:txBody>
      </p:sp>
      <p:graphicFrame>
        <p:nvGraphicFramePr>
          <p:cNvPr id="7" name="Table 6">
            <a:extLst>
              <a:ext uri="{FF2B5EF4-FFF2-40B4-BE49-F238E27FC236}">
                <a16:creationId xmlns:a16="http://schemas.microsoft.com/office/drawing/2014/main" id="{179E0B54-92E0-06B2-0CDC-EC621EC1458A}"/>
              </a:ext>
            </a:extLst>
          </p:cNvPr>
          <p:cNvGraphicFramePr>
            <a:graphicFrameLocks noGrp="1"/>
          </p:cNvGraphicFramePr>
          <p:nvPr>
            <p:extLst>
              <p:ext uri="{D42A27DB-BD31-4B8C-83A1-F6EECF244321}">
                <p14:modId xmlns:p14="http://schemas.microsoft.com/office/powerpoint/2010/main" val="755428114"/>
              </p:ext>
            </p:extLst>
          </p:nvPr>
        </p:nvGraphicFramePr>
        <p:xfrm>
          <a:off x="1168135" y="3820716"/>
          <a:ext cx="8797132" cy="1483360"/>
        </p:xfrm>
        <a:graphic>
          <a:graphicData uri="http://schemas.openxmlformats.org/drawingml/2006/table">
            <a:tbl>
              <a:tblPr firstRow="1">
                <a:tableStyleId>{5C22544A-7EE6-4342-B048-85BDC9FD1C3A}</a:tableStyleId>
              </a:tblPr>
              <a:tblGrid>
                <a:gridCol w="1033198">
                  <a:extLst>
                    <a:ext uri="{9D8B030D-6E8A-4147-A177-3AD203B41FA5}">
                      <a16:colId xmlns:a16="http://schemas.microsoft.com/office/drawing/2014/main" val="1362572672"/>
                    </a:ext>
                  </a:extLst>
                </a:gridCol>
                <a:gridCol w="3488267">
                  <a:extLst>
                    <a:ext uri="{9D8B030D-6E8A-4147-A177-3AD203B41FA5}">
                      <a16:colId xmlns:a16="http://schemas.microsoft.com/office/drawing/2014/main" val="1440327801"/>
                    </a:ext>
                  </a:extLst>
                </a:gridCol>
                <a:gridCol w="2836333">
                  <a:extLst>
                    <a:ext uri="{9D8B030D-6E8A-4147-A177-3AD203B41FA5}">
                      <a16:colId xmlns:a16="http://schemas.microsoft.com/office/drawing/2014/main" val="743089297"/>
                    </a:ext>
                  </a:extLst>
                </a:gridCol>
                <a:gridCol w="1439334">
                  <a:extLst>
                    <a:ext uri="{9D8B030D-6E8A-4147-A177-3AD203B41FA5}">
                      <a16:colId xmlns:a16="http://schemas.microsoft.com/office/drawing/2014/main" val="3832346827"/>
                    </a:ext>
                  </a:extLst>
                </a:gridCol>
              </a:tblGrid>
              <a:tr h="370840">
                <a:tc>
                  <a:txBody>
                    <a:bodyPr/>
                    <a:lstStyle/>
                    <a:p>
                      <a:pPr algn="ctr"/>
                      <a:r>
                        <a:rPr lang="en-US" dirty="0"/>
                        <a:t>power</a:t>
                      </a:r>
                    </a:p>
                  </a:txBody>
                  <a:tcPr/>
                </a:tc>
                <a:tc>
                  <a:txBody>
                    <a:bodyPr/>
                    <a:lstStyle/>
                    <a:p>
                      <a:pPr algn="ctr"/>
                      <a:r>
                        <a:rPr lang="en-US" dirty="0"/>
                        <a:t>After </a:t>
                      </a:r>
                      <a:r>
                        <a:rPr lang="en-US" dirty="0" err="1"/>
                        <a:t>Math.max</a:t>
                      </a:r>
                      <a:r>
                        <a:rPr lang="en-US" dirty="0"/>
                        <a:t>(-1.0, power)</a:t>
                      </a:r>
                    </a:p>
                  </a:txBody>
                  <a:tcPr/>
                </a:tc>
                <a:tc>
                  <a:txBody>
                    <a:bodyPr/>
                    <a:lstStyle/>
                    <a:p>
                      <a:pPr algn="ctr"/>
                      <a:r>
                        <a:rPr lang="en-US" dirty="0"/>
                        <a:t>After </a:t>
                      </a:r>
                      <a:r>
                        <a:rPr lang="en-US" dirty="0" err="1"/>
                        <a:t>Math.min</a:t>
                      </a:r>
                      <a:r>
                        <a:rPr lang="en-US" dirty="0"/>
                        <a:t>(1.0, …)</a:t>
                      </a:r>
                    </a:p>
                  </a:txBody>
                  <a:tcPr/>
                </a:tc>
                <a:tc>
                  <a:txBody>
                    <a:bodyPr/>
                    <a:lstStyle/>
                    <a:p>
                      <a:pPr algn="ctr"/>
                      <a:r>
                        <a:rPr lang="en-US" dirty="0"/>
                        <a:t>Result</a:t>
                      </a:r>
                    </a:p>
                  </a:txBody>
                  <a:tcPr/>
                </a:tc>
                <a:extLst>
                  <a:ext uri="{0D108BD9-81ED-4DB2-BD59-A6C34878D82A}">
                    <a16:rowId xmlns:a16="http://schemas.microsoft.com/office/drawing/2014/main" val="999232344"/>
                  </a:ext>
                </a:extLst>
              </a:tr>
              <a:tr h="370840">
                <a:tc>
                  <a:txBody>
                    <a:bodyPr/>
                    <a:lstStyle/>
                    <a:p>
                      <a:pPr algn="ctr"/>
                      <a:r>
                        <a:rPr lang="en-US" dirty="0"/>
                        <a:t>1.7</a:t>
                      </a:r>
                    </a:p>
                  </a:txBody>
                  <a:tcPr/>
                </a:tc>
                <a:tc>
                  <a:txBody>
                    <a:bodyPr/>
                    <a:lstStyle/>
                    <a:p>
                      <a:pPr algn="ctr"/>
                      <a:r>
                        <a:rPr lang="en-US" dirty="0"/>
                        <a:t>1.7</a:t>
                      </a:r>
                    </a:p>
                  </a:txBody>
                  <a:tcPr/>
                </a:tc>
                <a:tc>
                  <a:txBody>
                    <a:bodyPr/>
                    <a:lstStyle/>
                    <a:p>
                      <a:pPr algn="ctr"/>
                      <a:r>
                        <a:rPr lang="en-US" dirty="0"/>
                        <a:t>1.0</a:t>
                      </a:r>
                    </a:p>
                  </a:txBody>
                  <a:tcPr/>
                </a:tc>
                <a:tc>
                  <a:txBody>
                    <a:bodyPr/>
                    <a:lstStyle/>
                    <a:p>
                      <a:pPr algn="ctr"/>
                      <a:r>
                        <a:rPr lang="en-US" sz="1600" dirty="0"/>
                        <a:t>Pulled down</a:t>
                      </a:r>
                    </a:p>
                  </a:txBody>
                  <a:tcPr/>
                </a:tc>
                <a:extLst>
                  <a:ext uri="{0D108BD9-81ED-4DB2-BD59-A6C34878D82A}">
                    <a16:rowId xmlns:a16="http://schemas.microsoft.com/office/drawing/2014/main" val="2019495337"/>
                  </a:ext>
                </a:extLst>
              </a:tr>
              <a:tr h="370840">
                <a:tc>
                  <a:txBody>
                    <a:bodyPr/>
                    <a:lstStyle/>
                    <a:p>
                      <a:pPr algn="ctr"/>
                      <a:r>
                        <a:rPr lang="en-US" dirty="0"/>
                        <a:t>-1.4</a:t>
                      </a:r>
                    </a:p>
                  </a:txBody>
                  <a:tcPr/>
                </a:tc>
                <a:tc>
                  <a:txBody>
                    <a:bodyPr/>
                    <a:lstStyle/>
                    <a:p>
                      <a:pPr algn="ctr"/>
                      <a:r>
                        <a:rPr lang="en-US" dirty="0"/>
                        <a:t>-1.0</a:t>
                      </a:r>
                    </a:p>
                  </a:txBody>
                  <a:tcPr/>
                </a:tc>
                <a:tc>
                  <a:txBody>
                    <a:bodyPr/>
                    <a:lstStyle/>
                    <a:p>
                      <a:pPr algn="ctr"/>
                      <a:r>
                        <a:rPr lang="en-US" sz="1600" dirty="0"/>
                        <a:t>-1.0</a:t>
                      </a:r>
                    </a:p>
                  </a:txBody>
                  <a:tcPr/>
                </a:tc>
                <a:tc>
                  <a:txBody>
                    <a:bodyPr/>
                    <a:lstStyle/>
                    <a:p>
                      <a:pPr algn="ctr"/>
                      <a:r>
                        <a:rPr lang="en-US" sz="1600" dirty="0"/>
                        <a:t>Pulled up</a:t>
                      </a:r>
                    </a:p>
                  </a:txBody>
                  <a:tcPr/>
                </a:tc>
                <a:extLst>
                  <a:ext uri="{0D108BD9-81ED-4DB2-BD59-A6C34878D82A}">
                    <a16:rowId xmlns:a16="http://schemas.microsoft.com/office/drawing/2014/main" val="3062290241"/>
                  </a:ext>
                </a:extLst>
              </a:tr>
              <a:tr h="370840">
                <a:tc>
                  <a:txBody>
                    <a:bodyPr/>
                    <a:lstStyle/>
                    <a:p>
                      <a:pPr algn="ctr"/>
                      <a:r>
                        <a:rPr lang="en-US" dirty="0"/>
                        <a:t>0.6</a:t>
                      </a:r>
                    </a:p>
                  </a:txBody>
                  <a:tcPr/>
                </a:tc>
                <a:tc>
                  <a:txBody>
                    <a:bodyPr/>
                    <a:lstStyle/>
                    <a:p>
                      <a:pPr algn="ctr"/>
                      <a:r>
                        <a:rPr lang="en-US" dirty="0"/>
                        <a:t>0.6</a:t>
                      </a:r>
                    </a:p>
                  </a:txBody>
                  <a:tcPr/>
                </a:tc>
                <a:tc>
                  <a:txBody>
                    <a:bodyPr/>
                    <a:lstStyle/>
                    <a:p>
                      <a:pPr algn="ctr"/>
                      <a:r>
                        <a:rPr lang="en-US" sz="1600" dirty="0"/>
                        <a:t>0.6</a:t>
                      </a:r>
                    </a:p>
                  </a:txBody>
                  <a:tcPr/>
                </a:tc>
                <a:tc>
                  <a:txBody>
                    <a:bodyPr/>
                    <a:lstStyle/>
                    <a:p>
                      <a:pPr algn="ctr"/>
                      <a:r>
                        <a:rPr lang="en-US" sz="1600" dirty="0"/>
                        <a:t>Left alone</a:t>
                      </a:r>
                    </a:p>
                  </a:txBody>
                  <a:tcPr/>
                </a:tc>
                <a:extLst>
                  <a:ext uri="{0D108BD9-81ED-4DB2-BD59-A6C34878D82A}">
                    <a16:rowId xmlns:a16="http://schemas.microsoft.com/office/drawing/2014/main" val="3810949964"/>
                  </a:ext>
                </a:extLst>
              </a:tr>
            </a:tbl>
          </a:graphicData>
        </a:graphic>
      </p:graphicFrame>
    </p:spTree>
    <p:extLst>
      <p:ext uri="{BB962C8B-B14F-4D97-AF65-F5344CB8AC3E}">
        <p14:creationId xmlns:p14="http://schemas.microsoft.com/office/powerpoint/2010/main" val="37839826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7A868-B8DD-CD25-FE9F-C8739086963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B680C0-BD5A-7510-D67F-A9B082182A1B}"/>
              </a:ext>
            </a:extLst>
          </p:cNvPr>
          <p:cNvSpPr>
            <a:spLocks noGrp="1"/>
          </p:cNvSpPr>
          <p:nvPr>
            <p:ph idx="1"/>
          </p:nvPr>
        </p:nvSpPr>
        <p:spPr/>
        <p:txBody>
          <a:bodyPr>
            <a:normAutofit/>
          </a:bodyPr>
          <a:lstStyle/>
          <a:p>
            <a:pPr marL="0" indent="0">
              <a:buNone/>
            </a:pPr>
            <a:r>
              <a:rPr lang="en-US" sz="2400" dirty="0"/>
              <a:t>Joining text with +</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1600" dirty="0"/>
          </a:p>
          <a:p>
            <a:pPr marL="0" indent="0">
              <a:buNone/>
            </a:pPr>
            <a:r>
              <a:rPr lang="en-US" sz="2400" b="1" dirty="0"/>
              <a:t>The trap</a:t>
            </a:r>
            <a:r>
              <a:rPr lang="en-US" sz="2400" dirty="0"/>
              <a:t>,</a:t>
            </a:r>
          </a:p>
          <a:p>
            <a:pPr marL="0" indent="0">
              <a:buNone/>
            </a:pPr>
            <a:endParaRPr lang="en-US" sz="2400" dirty="0"/>
          </a:p>
        </p:txBody>
      </p:sp>
      <p:sp>
        <p:nvSpPr>
          <p:cNvPr id="4" name="Title 3">
            <a:extLst>
              <a:ext uri="{FF2B5EF4-FFF2-40B4-BE49-F238E27FC236}">
                <a16:creationId xmlns:a16="http://schemas.microsoft.com/office/drawing/2014/main" id="{F5C5BEA1-F303-FC51-B4A6-6AE64A4C8418}"/>
              </a:ext>
            </a:extLst>
          </p:cNvPr>
          <p:cNvSpPr>
            <a:spLocks noGrp="1"/>
          </p:cNvSpPr>
          <p:nvPr>
            <p:ph type="title"/>
          </p:nvPr>
        </p:nvSpPr>
        <p:spPr>
          <a:xfrm>
            <a:off x="321469" y="272257"/>
            <a:ext cx="11544300" cy="931724"/>
          </a:xfrm>
        </p:spPr>
        <p:txBody>
          <a:bodyPr anchor="ctr">
            <a:normAutofit/>
          </a:bodyPr>
          <a:lstStyle/>
          <a:p>
            <a:r>
              <a:rPr lang="en-US" dirty="0"/>
              <a:t>Strings and +</a:t>
            </a:r>
          </a:p>
        </p:txBody>
      </p:sp>
      <p:sp>
        <p:nvSpPr>
          <p:cNvPr id="5" name="TextBox 4">
            <a:extLst>
              <a:ext uri="{FF2B5EF4-FFF2-40B4-BE49-F238E27FC236}">
                <a16:creationId xmlns:a16="http://schemas.microsoft.com/office/drawing/2014/main" id="{C9294732-A91B-B1AC-655F-4805F84C7817}"/>
              </a:ext>
            </a:extLst>
          </p:cNvPr>
          <p:cNvSpPr txBox="1"/>
          <p:nvPr/>
        </p:nvSpPr>
        <p:spPr>
          <a:xfrm>
            <a:off x="1164165" y="2080105"/>
            <a:ext cx="8199968" cy="1012585"/>
          </a:xfrm>
          <a:prstGeom prst="rect">
            <a:avLst/>
          </a:prstGeom>
          <a:solidFill>
            <a:schemeClr val="tx1"/>
          </a:solidFill>
        </p:spPr>
        <p:txBody>
          <a:bodyPr wrap="square">
            <a:spAutoFit/>
          </a:bodyPr>
          <a:lstStyle/>
          <a:p>
            <a:pPr>
              <a:lnSpc>
                <a:spcPct val="113095"/>
              </a:lnSpc>
              <a:buNone/>
            </a:pPr>
            <a:r>
              <a:rPr lang="en-US" sz="1800" b="0" dirty="0" err="1">
                <a:solidFill>
                  <a:srgbClr val="C9D1D9"/>
                </a:solidFill>
                <a:effectLst/>
                <a:latin typeface="Consolas" panose="020B0609020204030204" pitchFamily="49" charset="0"/>
              </a:rPr>
              <a:t>System</a:t>
            </a:r>
            <a:r>
              <a:rPr lang="en-US" sz="1800" b="0" dirty="0" err="1">
                <a:solidFill>
                  <a:srgbClr val="BBBEBF"/>
                </a:solidFill>
                <a:effectLst/>
                <a:latin typeface="Consolas" panose="020B0609020204030204" pitchFamily="49" charset="0"/>
              </a:rPr>
              <a:t>.</a:t>
            </a:r>
            <a:r>
              <a:rPr lang="en-US" sz="1800" b="0" dirty="0" err="1">
                <a:solidFill>
                  <a:srgbClr val="C9D1D9"/>
                </a:solidFill>
                <a:effectLst/>
                <a:latin typeface="Consolas" panose="020B0609020204030204" pitchFamily="49" charset="0"/>
              </a:rPr>
              <a:t>out</a:t>
            </a:r>
            <a:r>
              <a:rPr lang="en-US" sz="1800" b="0" dirty="0" err="1">
                <a:solidFill>
                  <a:srgbClr val="BBBEBF"/>
                </a:solidFill>
                <a:effectLst/>
                <a:latin typeface="Consolas" panose="020B0609020204030204" pitchFamily="49" charset="0"/>
              </a:rPr>
              <a:t>.</a:t>
            </a:r>
            <a:r>
              <a:rPr lang="en-US" sz="1800" b="0" dirty="0" err="1">
                <a:solidFill>
                  <a:srgbClr val="D2A8FF"/>
                </a:solidFill>
                <a:effectLst/>
                <a:latin typeface="Consolas" panose="020B0609020204030204" pitchFamily="49" charset="0"/>
              </a:rPr>
              <a:t>println</a:t>
            </a:r>
            <a:r>
              <a:rPr lang="en-US" sz="1800" b="0" dirty="0">
                <a:solidFill>
                  <a:srgbClr val="BBBEBF"/>
                </a:solidFill>
                <a:effectLst/>
                <a:latin typeface="Consolas" panose="020B0609020204030204" pitchFamily="49" charset="0"/>
              </a:rPr>
              <a:t>(</a:t>
            </a:r>
            <a:r>
              <a:rPr lang="en-US" sz="1800" b="0" dirty="0">
                <a:solidFill>
                  <a:srgbClr val="A5D6FF"/>
                </a:solidFill>
                <a:effectLst/>
                <a:latin typeface="Consolas" panose="020B0609020204030204" pitchFamily="49" charset="0"/>
              </a:rPr>
              <a:t>"Left: "</a:t>
            </a:r>
            <a:r>
              <a:rPr lang="en-US" sz="1800" b="0" dirty="0">
                <a:solidFill>
                  <a:srgbClr val="BBBEBF"/>
                </a:solidFill>
                <a:effectLst/>
                <a:latin typeface="Consolas" panose="020B0609020204030204" pitchFamily="49" charset="0"/>
              </a:rPr>
              <a:t> </a:t>
            </a:r>
            <a:r>
              <a:rPr lang="en-US" sz="1800" b="0" dirty="0">
                <a:solidFill>
                  <a:srgbClr val="D4D4D4"/>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err="1">
                <a:solidFill>
                  <a:srgbClr val="BBBEBF"/>
                </a:solidFill>
                <a:effectLst/>
                <a:latin typeface="Consolas" panose="020B0609020204030204" pitchFamily="49" charset="0"/>
              </a:rPr>
              <a:t>leftSpeed</a:t>
            </a:r>
            <a:r>
              <a:rPr lang="en-US" sz="1800" b="0" dirty="0">
                <a:solidFill>
                  <a:srgbClr val="BBBEBF"/>
                </a:solidFill>
                <a:effectLst/>
                <a:latin typeface="Consolas" panose="020B0609020204030204" pitchFamily="49" charset="0"/>
              </a:rPr>
              <a:t>);       </a:t>
            </a:r>
            <a:r>
              <a:rPr lang="en-US" sz="1800" b="0" dirty="0">
                <a:solidFill>
                  <a:srgbClr val="8B949E"/>
                </a:solidFill>
                <a:effectLst/>
                <a:latin typeface="Consolas" panose="020B0609020204030204" pitchFamily="49" charset="0"/>
              </a:rPr>
              <a:t>// Left: 1.0</a:t>
            </a:r>
            <a:endParaRPr lang="en-US" sz="1800" b="0" dirty="0">
              <a:solidFill>
                <a:srgbClr val="BBBEBF"/>
              </a:solidFill>
              <a:effectLst/>
              <a:latin typeface="Consolas" panose="020B0609020204030204" pitchFamily="49" charset="0"/>
            </a:endParaRPr>
          </a:p>
          <a:p>
            <a:pPr>
              <a:lnSpc>
                <a:spcPct val="113095"/>
              </a:lnSpc>
              <a:buNone/>
            </a:pPr>
            <a:r>
              <a:rPr lang="en-US" sz="1800" b="0" dirty="0" err="1">
                <a:solidFill>
                  <a:srgbClr val="C9D1D9"/>
                </a:solidFill>
                <a:effectLst/>
                <a:latin typeface="Consolas" panose="020B0609020204030204" pitchFamily="49" charset="0"/>
              </a:rPr>
              <a:t>System</a:t>
            </a:r>
            <a:r>
              <a:rPr lang="en-US" sz="1800" b="0" dirty="0" err="1">
                <a:solidFill>
                  <a:srgbClr val="BBBEBF"/>
                </a:solidFill>
                <a:effectLst/>
                <a:latin typeface="Consolas" panose="020B0609020204030204" pitchFamily="49" charset="0"/>
              </a:rPr>
              <a:t>.</a:t>
            </a:r>
            <a:r>
              <a:rPr lang="en-US" sz="1800" b="0" dirty="0" err="1">
                <a:solidFill>
                  <a:srgbClr val="C9D1D9"/>
                </a:solidFill>
                <a:effectLst/>
                <a:latin typeface="Consolas" panose="020B0609020204030204" pitchFamily="49" charset="0"/>
              </a:rPr>
              <a:t>out</a:t>
            </a:r>
            <a:r>
              <a:rPr lang="en-US" sz="1800" b="0" dirty="0" err="1">
                <a:solidFill>
                  <a:srgbClr val="BBBEBF"/>
                </a:solidFill>
                <a:effectLst/>
                <a:latin typeface="Consolas" panose="020B0609020204030204" pitchFamily="49" charset="0"/>
              </a:rPr>
              <a:t>.</a:t>
            </a:r>
            <a:r>
              <a:rPr lang="en-US" sz="1800" b="0" dirty="0" err="1">
                <a:solidFill>
                  <a:srgbClr val="D2A8FF"/>
                </a:solidFill>
                <a:effectLst/>
                <a:latin typeface="Consolas" panose="020B0609020204030204" pitchFamily="49" charset="0"/>
              </a:rPr>
              <a:t>println</a:t>
            </a:r>
            <a:r>
              <a:rPr lang="en-US" sz="1800" b="0" dirty="0">
                <a:solidFill>
                  <a:srgbClr val="BBBEBF"/>
                </a:solidFill>
                <a:effectLst/>
                <a:latin typeface="Consolas" panose="020B0609020204030204" pitchFamily="49" charset="0"/>
              </a:rPr>
              <a:t>(</a:t>
            </a:r>
            <a:r>
              <a:rPr lang="en-US" sz="1800" b="0" dirty="0">
                <a:solidFill>
                  <a:srgbClr val="A5D6FF"/>
                </a:solidFill>
                <a:effectLst/>
                <a:latin typeface="Consolas" panose="020B0609020204030204" pitchFamily="49" charset="0"/>
              </a:rPr>
              <a:t>"Ticks: "</a:t>
            </a:r>
            <a:r>
              <a:rPr lang="en-US" sz="1800" b="0" dirty="0">
                <a:solidFill>
                  <a:srgbClr val="BBBEBF"/>
                </a:solidFill>
                <a:effectLst/>
                <a:latin typeface="Consolas" panose="020B0609020204030204" pitchFamily="49" charset="0"/>
              </a:rPr>
              <a:t> </a:t>
            </a:r>
            <a:r>
              <a:rPr lang="en-US" sz="1800" b="0" dirty="0">
                <a:solidFill>
                  <a:srgbClr val="D4D4D4"/>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B5CEA8"/>
                </a:solidFill>
                <a:effectLst/>
                <a:latin typeface="Consolas" panose="020B0609020204030204" pitchFamily="49" charset="0"/>
              </a:rPr>
              <a:t>1024</a:t>
            </a:r>
            <a:r>
              <a:rPr lang="en-US" sz="1800" b="0" dirty="0">
                <a:solidFill>
                  <a:srgbClr val="BBBEBF"/>
                </a:solidFill>
                <a:effectLst/>
                <a:latin typeface="Consolas" panose="020B0609020204030204" pitchFamily="49" charset="0"/>
              </a:rPr>
              <a:t>);           </a:t>
            </a:r>
            <a:r>
              <a:rPr lang="en-US" sz="1800" b="0" dirty="0">
                <a:solidFill>
                  <a:srgbClr val="8B949E"/>
                </a:solidFill>
                <a:effectLst/>
                <a:latin typeface="Consolas" panose="020B0609020204030204" pitchFamily="49" charset="0"/>
              </a:rPr>
              <a:t>// Ticks: 1024</a:t>
            </a:r>
            <a:endParaRPr lang="en-US" sz="1800" b="0" dirty="0">
              <a:solidFill>
                <a:srgbClr val="BBBEBF"/>
              </a:solidFill>
              <a:effectLst/>
              <a:latin typeface="Consolas" panose="020B0609020204030204" pitchFamily="49" charset="0"/>
            </a:endParaRPr>
          </a:p>
          <a:p>
            <a:pPr>
              <a:lnSpc>
                <a:spcPct val="113095"/>
              </a:lnSpc>
              <a:buNone/>
            </a:pPr>
            <a:r>
              <a:rPr lang="en-US" sz="1800" b="0" dirty="0" err="1">
                <a:solidFill>
                  <a:srgbClr val="C9D1D9"/>
                </a:solidFill>
                <a:effectLst/>
                <a:latin typeface="Consolas" panose="020B0609020204030204" pitchFamily="49" charset="0"/>
              </a:rPr>
              <a:t>System</a:t>
            </a:r>
            <a:r>
              <a:rPr lang="en-US" sz="1800" b="0" dirty="0" err="1">
                <a:solidFill>
                  <a:srgbClr val="BBBEBF"/>
                </a:solidFill>
                <a:effectLst/>
                <a:latin typeface="Consolas" panose="020B0609020204030204" pitchFamily="49" charset="0"/>
              </a:rPr>
              <a:t>.</a:t>
            </a:r>
            <a:r>
              <a:rPr lang="en-US" sz="1800" b="0" dirty="0" err="1">
                <a:solidFill>
                  <a:srgbClr val="C9D1D9"/>
                </a:solidFill>
                <a:effectLst/>
                <a:latin typeface="Consolas" panose="020B0609020204030204" pitchFamily="49" charset="0"/>
              </a:rPr>
              <a:t>out</a:t>
            </a:r>
            <a:r>
              <a:rPr lang="en-US" sz="1800" b="0" dirty="0" err="1">
                <a:solidFill>
                  <a:srgbClr val="BBBEBF"/>
                </a:solidFill>
                <a:effectLst/>
                <a:latin typeface="Consolas" panose="020B0609020204030204" pitchFamily="49" charset="0"/>
              </a:rPr>
              <a:t>.</a:t>
            </a:r>
            <a:r>
              <a:rPr lang="en-US" sz="1800" b="0" dirty="0" err="1">
                <a:solidFill>
                  <a:srgbClr val="D2A8FF"/>
                </a:solidFill>
                <a:effectLst/>
                <a:latin typeface="Consolas" panose="020B0609020204030204" pitchFamily="49" charset="0"/>
              </a:rPr>
              <a:t>println</a:t>
            </a:r>
            <a:r>
              <a:rPr lang="en-US" sz="1800" b="0" dirty="0">
                <a:solidFill>
                  <a:srgbClr val="BBBEBF"/>
                </a:solidFill>
                <a:effectLst/>
                <a:latin typeface="Consolas" panose="020B0609020204030204" pitchFamily="49" charset="0"/>
              </a:rPr>
              <a:t>(</a:t>
            </a:r>
            <a:r>
              <a:rPr lang="en-US" sz="1800" b="0" dirty="0">
                <a:solidFill>
                  <a:srgbClr val="A5D6FF"/>
                </a:solidFill>
                <a:effectLst/>
                <a:latin typeface="Consolas" panose="020B0609020204030204" pitchFamily="49" charset="0"/>
              </a:rPr>
              <a:t>"5"</a:t>
            </a:r>
            <a:r>
              <a:rPr lang="en-US" sz="1800" b="0" dirty="0">
                <a:solidFill>
                  <a:srgbClr val="BBBEBF"/>
                </a:solidFill>
                <a:effectLst/>
                <a:latin typeface="Consolas" panose="020B0609020204030204" pitchFamily="49" charset="0"/>
              </a:rPr>
              <a:t> </a:t>
            </a:r>
            <a:r>
              <a:rPr lang="en-US" sz="1800" b="0" dirty="0">
                <a:solidFill>
                  <a:srgbClr val="D4D4D4"/>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a:solidFill>
                  <a:srgbClr val="B5CEA8"/>
                </a:solidFill>
                <a:effectLst/>
                <a:latin typeface="Consolas" panose="020B0609020204030204" pitchFamily="49" charset="0"/>
              </a:rPr>
              <a:t>5</a:t>
            </a:r>
            <a:r>
              <a:rPr lang="en-US" sz="1800" b="0" dirty="0">
                <a:solidFill>
                  <a:srgbClr val="BBBEBF"/>
                </a:solidFill>
                <a:effectLst/>
                <a:latin typeface="Consolas" panose="020B0609020204030204" pitchFamily="49" charset="0"/>
              </a:rPr>
              <a:t>);                    </a:t>
            </a:r>
            <a:r>
              <a:rPr lang="en-US" sz="1800" b="0" dirty="0">
                <a:solidFill>
                  <a:srgbClr val="8B949E"/>
                </a:solidFill>
                <a:effectLst/>
                <a:latin typeface="Consolas" panose="020B0609020204030204" pitchFamily="49" charset="0"/>
              </a:rPr>
              <a:t>// 55</a:t>
            </a:r>
            <a:endParaRPr lang="en-US" sz="180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5B56FD08-0962-1E1E-04D8-BE1ABC403E54}"/>
              </a:ext>
            </a:extLst>
          </p:cNvPr>
          <p:cNvSpPr txBox="1"/>
          <p:nvPr/>
        </p:nvSpPr>
        <p:spPr>
          <a:xfrm>
            <a:off x="1164165" y="4128534"/>
            <a:ext cx="8199968" cy="699550"/>
          </a:xfrm>
          <a:prstGeom prst="rect">
            <a:avLst/>
          </a:prstGeom>
          <a:solidFill>
            <a:schemeClr val="tx1"/>
          </a:solidFill>
        </p:spPr>
        <p:txBody>
          <a:bodyPr wrap="square">
            <a:spAutoFit/>
          </a:bodyPr>
          <a:lstStyle/>
          <a:p>
            <a:pPr>
              <a:lnSpc>
                <a:spcPct val="113095"/>
              </a:lnSpc>
              <a:buNone/>
            </a:pPr>
            <a:r>
              <a:rPr lang="en-US" sz="1800" b="0">
                <a:solidFill>
                  <a:srgbClr val="C9D1D9"/>
                </a:solidFill>
                <a:effectLst/>
                <a:latin typeface="Consolas" panose="020B0609020204030204" pitchFamily="49" charset="0"/>
              </a:rPr>
              <a:t>System</a:t>
            </a:r>
            <a:r>
              <a:rPr lang="en-US" sz="1800" b="0">
                <a:solidFill>
                  <a:srgbClr val="BBBEBF"/>
                </a:solidFill>
                <a:effectLst/>
                <a:latin typeface="Consolas" panose="020B0609020204030204" pitchFamily="49" charset="0"/>
              </a:rPr>
              <a:t>.</a:t>
            </a:r>
            <a:r>
              <a:rPr lang="en-US" sz="1800" b="0">
                <a:solidFill>
                  <a:srgbClr val="C9D1D9"/>
                </a:solidFill>
                <a:effectLst/>
                <a:latin typeface="Consolas" panose="020B0609020204030204" pitchFamily="49" charset="0"/>
              </a:rPr>
              <a:t>out</a:t>
            </a:r>
            <a:r>
              <a:rPr lang="en-US" sz="1800" b="0">
                <a:solidFill>
                  <a:srgbClr val="BBBEBF"/>
                </a:solidFill>
                <a:effectLst/>
                <a:latin typeface="Consolas" panose="020B0609020204030204" pitchFamily="49" charset="0"/>
              </a:rPr>
              <a:t>.</a:t>
            </a:r>
            <a:r>
              <a:rPr lang="en-US" sz="1800" b="0">
                <a:solidFill>
                  <a:srgbClr val="D2A8FF"/>
                </a:solidFill>
                <a:effectLst/>
                <a:latin typeface="Consolas" panose="020B0609020204030204" pitchFamily="49" charset="0"/>
              </a:rPr>
              <a:t>println</a:t>
            </a:r>
            <a:r>
              <a:rPr lang="en-US" sz="1800" b="0">
                <a:solidFill>
                  <a:srgbClr val="BBBEBF"/>
                </a:solidFill>
                <a:effectLst/>
                <a:latin typeface="Consolas" panose="020B0609020204030204" pitchFamily="49" charset="0"/>
              </a:rPr>
              <a:t>(</a:t>
            </a:r>
            <a:r>
              <a:rPr lang="en-US" sz="1800" b="0">
                <a:solidFill>
                  <a:srgbClr val="A5D6FF"/>
                </a:solidFill>
                <a:effectLst/>
                <a:latin typeface="Consolas" panose="020B0609020204030204" pitchFamily="49" charset="0"/>
              </a:rPr>
              <a:t>"Total: "</a:t>
            </a:r>
            <a:r>
              <a:rPr lang="en-US" sz="1800" b="0">
                <a:solidFill>
                  <a:srgbClr val="BBBEBF"/>
                </a:solidFill>
                <a:effectLst/>
                <a:latin typeface="Consolas" panose="020B0609020204030204" pitchFamily="49" charset="0"/>
              </a:rPr>
              <a:t> </a:t>
            </a:r>
            <a:r>
              <a:rPr lang="en-US" sz="1800" b="0">
                <a:solidFill>
                  <a:srgbClr val="D4D4D4"/>
                </a:solidFill>
                <a:effectLst/>
                <a:latin typeface="Consolas" panose="020B0609020204030204" pitchFamily="49" charset="0"/>
              </a:rPr>
              <a:t>+</a:t>
            </a:r>
            <a:r>
              <a:rPr lang="en-US" sz="1800" b="0">
                <a:solidFill>
                  <a:srgbClr val="BBBEBF"/>
                </a:solidFill>
                <a:effectLst/>
                <a:latin typeface="Consolas" panose="020B0609020204030204" pitchFamily="49" charset="0"/>
              </a:rPr>
              <a:t> </a:t>
            </a:r>
            <a:r>
              <a:rPr lang="en-US" sz="1800" b="0">
                <a:solidFill>
                  <a:srgbClr val="B5CEA8"/>
                </a:solidFill>
                <a:effectLst/>
                <a:latin typeface="Consolas" panose="020B0609020204030204" pitchFamily="49" charset="0"/>
              </a:rPr>
              <a:t>2</a:t>
            </a:r>
            <a:r>
              <a:rPr lang="en-US" sz="1800" b="0">
                <a:solidFill>
                  <a:srgbClr val="BBBEBF"/>
                </a:solidFill>
                <a:effectLst/>
                <a:latin typeface="Consolas" panose="020B0609020204030204" pitchFamily="49" charset="0"/>
              </a:rPr>
              <a:t> </a:t>
            </a:r>
            <a:r>
              <a:rPr lang="en-US" sz="1800" b="0">
                <a:solidFill>
                  <a:srgbClr val="D4D4D4"/>
                </a:solidFill>
                <a:effectLst/>
                <a:latin typeface="Consolas" panose="020B0609020204030204" pitchFamily="49" charset="0"/>
              </a:rPr>
              <a:t>+</a:t>
            </a:r>
            <a:r>
              <a:rPr lang="en-US" sz="1800" b="0">
                <a:solidFill>
                  <a:srgbClr val="BBBEBF"/>
                </a:solidFill>
                <a:effectLst/>
                <a:latin typeface="Consolas" panose="020B0609020204030204" pitchFamily="49" charset="0"/>
              </a:rPr>
              <a:t> </a:t>
            </a:r>
            <a:r>
              <a:rPr lang="en-US" sz="1800" b="0">
                <a:solidFill>
                  <a:srgbClr val="B5CEA8"/>
                </a:solidFill>
                <a:effectLst/>
                <a:latin typeface="Consolas" panose="020B0609020204030204" pitchFamily="49" charset="0"/>
              </a:rPr>
              <a:t>3</a:t>
            </a:r>
            <a:r>
              <a:rPr lang="en-US" sz="1800" b="0">
                <a:solidFill>
                  <a:srgbClr val="BBBEBF"/>
                </a:solidFill>
                <a:effectLst/>
                <a:latin typeface="Consolas" panose="020B0609020204030204" pitchFamily="49" charset="0"/>
              </a:rPr>
              <a:t>);     </a:t>
            </a:r>
            <a:r>
              <a:rPr lang="en-US" sz="1800" b="0">
                <a:solidFill>
                  <a:srgbClr val="8B949E"/>
                </a:solidFill>
                <a:effectLst/>
                <a:latin typeface="Consolas" panose="020B0609020204030204" pitchFamily="49" charset="0"/>
              </a:rPr>
              <a:t>// Total: 23</a:t>
            </a:r>
            <a:endParaRPr lang="en-US" sz="1800" b="0">
              <a:solidFill>
                <a:srgbClr val="BBBEBF"/>
              </a:solidFill>
              <a:effectLst/>
              <a:latin typeface="Consolas" panose="020B0609020204030204" pitchFamily="49" charset="0"/>
            </a:endParaRPr>
          </a:p>
          <a:p>
            <a:pPr>
              <a:lnSpc>
                <a:spcPct val="113095"/>
              </a:lnSpc>
              <a:buNone/>
            </a:pPr>
            <a:r>
              <a:rPr lang="en-US" sz="1800" b="0">
                <a:solidFill>
                  <a:srgbClr val="C9D1D9"/>
                </a:solidFill>
                <a:effectLst/>
                <a:latin typeface="Consolas" panose="020B0609020204030204" pitchFamily="49" charset="0"/>
              </a:rPr>
              <a:t>System</a:t>
            </a:r>
            <a:r>
              <a:rPr lang="en-US" sz="1800" b="0">
                <a:solidFill>
                  <a:srgbClr val="BBBEBF"/>
                </a:solidFill>
                <a:effectLst/>
                <a:latin typeface="Consolas" panose="020B0609020204030204" pitchFamily="49" charset="0"/>
              </a:rPr>
              <a:t>.</a:t>
            </a:r>
            <a:r>
              <a:rPr lang="en-US" sz="1800" b="0">
                <a:solidFill>
                  <a:srgbClr val="C9D1D9"/>
                </a:solidFill>
                <a:effectLst/>
                <a:latin typeface="Consolas" panose="020B0609020204030204" pitchFamily="49" charset="0"/>
              </a:rPr>
              <a:t>out</a:t>
            </a:r>
            <a:r>
              <a:rPr lang="en-US" sz="1800" b="0">
                <a:solidFill>
                  <a:srgbClr val="BBBEBF"/>
                </a:solidFill>
                <a:effectLst/>
                <a:latin typeface="Consolas" panose="020B0609020204030204" pitchFamily="49" charset="0"/>
              </a:rPr>
              <a:t>.</a:t>
            </a:r>
            <a:r>
              <a:rPr lang="en-US" sz="1800" b="0">
                <a:solidFill>
                  <a:srgbClr val="D2A8FF"/>
                </a:solidFill>
                <a:effectLst/>
                <a:latin typeface="Consolas" panose="020B0609020204030204" pitchFamily="49" charset="0"/>
              </a:rPr>
              <a:t>println</a:t>
            </a:r>
            <a:r>
              <a:rPr lang="en-US" sz="1800" b="0">
                <a:solidFill>
                  <a:srgbClr val="BBBEBF"/>
                </a:solidFill>
                <a:effectLst/>
                <a:latin typeface="Consolas" panose="020B0609020204030204" pitchFamily="49" charset="0"/>
              </a:rPr>
              <a:t>(</a:t>
            </a:r>
            <a:r>
              <a:rPr lang="en-US" sz="1800" b="0">
                <a:solidFill>
                  <a:srgbClr val="A5D6FF"/>
                </a:solidFill>
                <a:effectLst/>
                <a:latin typeface="Consolas" panose="020B0609020204030204" pitchFamily="49" charset="0"/>
              </a:rPr>
              <a:t>"Total: "</a:t>
            </a:r>
            <a:r>
              <a:rPr lang="en-US" sz="1800" b="0">
                <a:solidFill>
                  <a:srgbClr val="BBBEBF"/>
                </a:solidFill>
                <a:effectLst/>
                <a:latin typeface="Consolas" panose="020B0609020204030204" pitchFamily="49" charset="0"/>
              </a:rPr>
              <a:t> </a:t>
            </a:r>
            <a:r>
              <a:rPr lang="en-US" sz="1800" b="0">
                <a:solidFill>
                  <a:srgbClr val="D4D4D4"/>
                </a:solidFill>
                <a:effectLst/>
                <a:latin typeface="Consolas" panose="020B0609020204030204" pitchFamily="49" charset="0"/>
              </a:rPr>
              <a:t>+</a:t>
            </a:r>
            <a:r>
              <a:rPr lang="en-US" sz="1800" b="0">
                <a:solidFill>
                  <a:srgbClr val="BBBEBF"/>
                </a:solidFill>
                <a:effectLst/>
                <a:latin typeface="Consolas" panose="020B0609020204030204" pitchFamily="49" charset="0"/>
              </a:rPr>
              <a:t> (</a:t>
            </a:r>
            <a:r>
              <a:rPr lang="en-US" sz="1800" b="0">
                <a:solidFill>
                  <a:srgbClr val="B5CEA8"/>
                </a:solidFill>
                <a:effectLst/>
                <a:latin typeface="Consolas" panose="020B0609020204030204" pitchFamily="49" charset="0"/>
              </a:rPr>
              <a:t>2</a:t>
            </a:r>
            <a:r>
              <a:rPr lang="en-US" sz="1800" b="0">
                <a:solidFill>
                  <a:srgbClr val="BBBEBF"/>
                </a:solidFill>
                <a:effectLst/>
                <a:latin typeface="Consolas" panose="020B0609020204030204" pitchFamily="49" charset="0"/>
              </a:rPr>
              <a:t> </a:t>
            </a:r>
            <a:r>
              <a:rPr lang="en-US" sz="1800" b="0">
                <a:solidFill>
                  <a:srgbClr val="D4D4D4"/>
                </a:solidFill>
                <a:effectLst/>
                <a:latin typeface="Consolas" panose="020B0609020204030204" pitchFamily="49" charset="0"/>
              </a:rPr>
              <a:t>+</a:t>
            </a:r>
            <a:r>
              <a:rPr lang="en-US" sz="1800" b="0">
                <a:solidFill>
                  <a:srgbClr val="BBBEBF"/>
                </a:solidFill>
                <a:effectLst/>
                <a:latin typeface="Consolas" panose="020B0609020204030204" pitchFamily="49" charset="0"/>
              </a:rPr>
              <a:t> </a:t>
            </a:r>
            <a:r>
              <a:rPr lang="en-US" sz="1800" b="0">
                <a:solidFill>
                  <a:srgbClr val="B5CEA8"/>
                </a:solidFill>
                <a:effectLst/>
                <a:latin typeface="Consolas" panose="020B0609020204030204" pitchFamily="49" charset="0"/>
              </a:rPr>
              <a:t>3</a:t>
            </a:r>
            <a:r>
              <a:rPr lang="en-US" sz="1800" b="0">
                <a:solidFill>
                  <a:srgbClr val="BBBEBF"/>
                </a:solidFill>
                <a:effectLst/>
                <a:latin typeface="Consolas" panose="020B0609020204030204" pitchFamily="49" charset="0"/>
              </a:rPr>
              <a:t>));   </a:t>
            </a:r>
            <a:r>
              <a:rPr lang="en-US" sz="1800" b="0">
                <a:solidFill>
                  <a:srgbClr val="8B949E"/>
                </a:solidFill>
                <a:effectLst/>
                <a:latin typeface="Consolas" panose="020B0609020204030204" pitchFamily="49" charset="0"/>
              </a:rPr>
              <a:t>// Total: 5</a:t>
            </a:r>
            <a:endParaRPr lang="en-US" sz="1800" b="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11891358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32077-0103-C1B7-4CC5-F79539C518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B8D734A-E184-B043-E6D6-755EF91C7399}"/>
              </a:ext>
            </a:extLst>
          </p:cNvPr>
          <p:cNvSpPr>
            <a:spLocks noGrp="1"/>
          </p:cNvSpPr>
          <p:nvPr>
            <p:ph type="title"/>
          </p:nvPr>
        </p:nvSpPr>
        <p:spPr>
          <a:xfrm>
            <a:off x="321469" y="272257"/>
            <a:ext cx="11544300" cy="931724"/>
          </a:xfrm>
        </p:spPr>
        <p:txBody>
          <a:bodyPr anchor="ctr">
            <a:normAutofit/>
          </a:bodyPr>
          <a:lstStyle/>
          <a:p>
            <a:r>
              <a:rPr lang="en-US" dirty="0"/>
              <a:t>Printing numbers cleanly</a:t>
            </a:r>
          </a:p>
        </p:txBody>
      </p:sp>
      <p:sp>
        <p:nvSpPr>
          <p:cNvPr id="5" name="TextBox 4">
            <a:extLst>
              <a:ext uri="{FF2B5EF4-FFF2-40B4-BE49-F238E27FC236}">
                <a16:creationId xmlns:a16="http://schemas.microsoft.com/office/drawing/2014/main" id="{F73478FD-4F58-BB59-4DDE-0D6DCC070832}"/>
              </a:ext>
            </a:extLst>
          </p:cNvPr>
          <p:cNvSpPr txBox="1"/>
          <p:nvPr/>
        </p:nvSpPr>
        <p:spPr>
          <a:xfrm>
            <a:off x="1164165" y="1846493"/>
            <a:ext cx="10045702" cy="1012585"/>
          </a:xfrm>
          <a:prstGeom prst="rect">
            <a:avLst/>
          </a:prstGeom>
          <a:solidFill>
            <a:schemeClr val="tx1"/>
          </a:solidFill>
        </p:spPr>
        <p:txBody>
          <a:bodyPr wrap="square">
            <a:spAutoFit/>
          </a:bodyPr>
          <a:lstStyle/>
          <a:p>
            <a:pPr>
              <a:lnSpc>
                <a:spcPct val="113095"/>
              </a:lnSpc>
              <a:buNone/>
            </a:pPr>
            <a:r>
              <a:rPr lang="en-US" sz="1800" b="0" dirty="0" err="1">
                <a:solidFill>
                  <a:srgbClr val="C9D1D9"/>
                </a:solidFill>
                <a:effectLst/>
                <a:latin typeface="Consolas" panose="020B0609020204030204" pitchFamily="49" charset="0"/>
              </a:rPr>
              <a:t>System</a:t>
            </a:r>
            <a:r>
              <a:rPr lang="en-US" sz="1800" b="0" dirty="0" err="1">
                <a:solidFill>
                  <a:srgbClr val="BBBEBF"/>
                </a:solidFill>
                <a:effectLst/>
                <a:latin typeface="Consolas" panose="020B0609020204030204" pitchFamily="49" charset="0"/>
              </a:rPr>
              <a:t>.</a:t>
            </a:r>
            <a:r>
              <a:rPr lang="en-US" sz="1800" b="0" dirty="0" err="1">
                <a:solidFill>
                  <a:srgbClr val="C9D1D9"/>
                </a:solidFill>
                <a:effectLst/>
                <a:latin typeface="Consolas" panose="020B0609020204030204" pitchFamily="49" charset="0"/>
              </a:rPr>
              <a:t>out</a:t>
            </a:r>
            <a:r>
              <a:rPr lang="en-US" sz="1800" b="0" dirty="0" err="1">
                <a:solidFill>
                  <a:srgbClr val="BBBEBF"/>
                </a:solidFill>
                <a:effectLst/>
                <a:latin typeface="Consolas" panose="020B0609020204030204" pitchFamily="49" charset="0"/>
              </a:rPr>
              <a:t>.</a:t>
            </a:r>
            <a:r>
              <a:rPr lang="en-US" sz="1800" b="0" dirty="0" err="1">
                <a:solidFill>
                  <a:srgbClr val="D2A8FF"/>
                </a:solidFill>
                <a:effectLst/>
                <a:latin typeface="Consolas" panose="020B0609020204030204" pitchFamily="49" charset="0"/>
              </a:rPr>
              <a:t>println</a:t>
            </a:r>
            <a:r>
              <a:rPr lang="en-US" sz="1800" b="0" dirty="0">
                <a:solidFill>
                  <a:srgbClr val="BBBEBF"/>
                </a:solidFill>
                <a:effectLst/>
                <a:latin typeface="Consolas" panose="020B0609020204030204" pitchFamily="49" charset="0"/>
              </a:rPr>
              <a:t>(</a:t>
            </a:r>
            <a:r>
              <a:rPr lang="en-US" sz="1800" b="0" dirty="0">
                <a:solidFill>
                  <a:srgbClr val="A5D6FF"/>
                </a:solidFill>
                <a:effectLst/>
                <a:latin typeface="Consolas" panose="020B0609020204030204" pitchFamily="49" charset="0"/>
              </a:rPr>
              <a:t>"Right: "</a:t>
            </a:r>
            <a:r>
              <a:rPr lang="en-US" sz="1800" b="0" dirty="0">
                <a:solidFill>
                  <a:srgbClr val="BBBEBF"/>
                </a:solidFill>
                <a:effectLst/>
                <a:latin typeface="Consolas" panose="020B0609020204030204" pitchFamily="49" charset="0"/>
              </a:rPr>
              <a:t> </a:t>
            </a:r>
            <a:r>
              <a:rPr lang="en-US" sz="1800" b="0" dirty="0">
                <a:solidFill>
                  <a:srgbClr val="D4D4D4"/>
                </a:solidFill>
                <a:effectLst/>
                <a:latin typeface="Consolas" panose="020B0609020204030204" pitchFamily="49" charset="0"/>
              </a:rPr>
              <a:t>+</a:t>
            </a:r>
            <a:r>
              <a:rPr lang="en-US" sz="1800" b="0" dirty="0">
                <a:solidFill>
                  <a:srgbClr val="BBBEBF"/>
                </a:solidFill>
                <a:effectLst/>
                <a:latin typeface="Consolas" panose="020B0609020204030204" pitchFamily="49" charset="0"/>
              </a:rPr>
              <a:t> </a:t>
            </a:r>
            <a:r>
              <a:rPr lang="en-US" sz="1800" b="0" dirty="0" err="1">
                <a:solidFill>
                  <a:srgbClr val="BBBEBF"/>
                </a:solidFill>
                <a:effectLst/>
                <a:latin typeface="Consolas" panose="020B0609020204030204" pitchFamily="49" charset="0"/>
              </a:rPr>
              <a:t>rightSpeed</a:t>
            </a:r>
            <a:r>
              <a:rPr lang="en-US" sz="1800" b="0" dirty="0">
                <a:solidFill>
                  <a:srgbClr val="BBBEBF"/>
                </a:solidFill>
                <a:effectLst/>
                <a:latin typeface="Consolas" panose="020B0609020204030204" pitchFamily="49" charset="0"/>
              </a:rPr>
              <a:t>); </a:t>
            </a:r>
            <a:r>
              <a:rPr lang="en-US" sz="1800" b="0" dirty="0">
                <a:solidFill>
                  <a:srgbClr val="8B949E"/>
                </a:solidFill>
                <a:effectLst/>
                <a:latin typeface="Consolas" panose="020B0609020204030204" pitchFamily="49" charset="0"/>
              </a:rPr>
              <a:t>// Right: -0.09999999999999998</a:t>
            </a:r>
            <a:br>
              <a:rPr lang="en-US" sz="1800" b="0" dirty="0">
                <a:solidFill>
                  <a:srgbClr val="BBBEBF"/>
                </a:solidFill>
                <a:effectLst/>
                <a:latin typeface="Consolas" panose="020B0609020204030204" pitchFamily="49" charset="0"/>
              </a:rPr>
            </a:br>
            <a:endParaRPr lang="en-US" sz="1800" b="0" dirty="0">
              <a:solidFill>
                <a:srgbClr val="BBBEBF"/>
              </a:solidFill>
              <a:effectLst/>
              <a:latin typeface="Consolas" panose="020B0609020204030204" pitchFamily="49" charset="0"/>
            </a:endParaRPr>
          </a:p>
          <a:p>
            <a:pPr>
              <a:lnSpc>
                <a:spcPct val="113095"/>
              </a:lnSpc>
              <a:buNone/>
            </a:pPr>
            <a:r>
              <a:rPr lang="en-US" sz="1800" b="0" dirty="0" err="1">
                <a:solidFill>
                  <a:srgbClr val="C9D1D9"/>
                </a:solidFill>
                <a:effectLst/>
                <a:latin typeface="Consolas" panose="020B0609020204030204" pitchFamily="49" charset="0"/>
              </a:rPr>
              <a:t>System</a:t>
            </a:r>
            <a:r>
              <a:rPr lang="en-US" sz="1800" b="0" dirty="0" err="1">
                <a:solidFill>
                  <a:srgbClr val="BBBEBF"/>
                </a:solidFill>
                <a:effectLst/>
                <a:latin typeface="Consolas" panose="020B0609020204030204" pitchFamily="49" charset="0"/>
              </a:rPr>
              <a:t>.</a:t>
            </a:r>
            <a:r>
              <a:rPr lang="en-US" sz="1800" b="0" dirty="0" err="1">
                <a:solidFill>
                  <a:srgbClr val="C9D1D9"/>
                </a:solidFill>
                <a:effectLst/>
                <a:latin typeface="Consolas" panose="020B0609020204030204" pitchFamily="49" charset="0"/>
              </a:rPr>
              <a:t>out</a:t>
            </a:r>
            <a:r>
              <a:rPr lang="en-US" sz="1800" b="0" dirty="0" err="1">
                <a:solidFill>
                  <a:srgbClr val="BBBEBF"/>
                </a:solidFill>
                <a:effectLst/>
                <a:latin typeface="Consolas" panose="020B0609020204030204" pitchFamily="49" charset="0"/>
              </a:rPr>
              <a:t>.</a:t>
            </a:r>
            <a:r>
              <a:rPr lang="en-US" sz="1800" b="0" dirty="0" err="1">
                <a:solidFill>
                  <a:srgbClr val="D2A8FF"/>
                </a:solidFill>
                <a:effectLst/>
                <a:latin typeface="Consolas" panose="020B0609020204030204" pitchFamily="49" charset="0"/>
              </a:rPr>
              <a:t>println</a:t>
            </a:r>
            <a:r>
              <a:rPr lang="en-US" sz="1800" b="0" dirty="0">
                <a:solidFill>
                  <a:srgbClr val="BBBEBF"/>
                </a:solidFill>
                <a:effectLst/>
                <a:latin typeface="Consolas" panose="020B0609020204030204" pitchFamily="49" charset="0"/>
              </a:rPr>
              <a:t>(</a:t>
            </a:r>
            <a:r>
              <a:rPr lang="en-US" sz="1800" b="0" dirty="0" err="1">
                <a:solidFill>
                  <a:srgbClr val="C9D1D9"/>
                </a:solidFill>
                <a:effectLst/>
                <a:latin typeface="Consolas" panose="020B0609020204030204" pitchFamily="49" charset="0"/>
              </a:rPr>
              <a:t>String</a:t>
            </a:r>
            <a:r>
              <a:rPr lang="en-US" sz="1800" b="0" dirty="0" err="1">
                <a:solidFill>
                  <a:srgbClr val="BBBEBF"/>
                </a:solidFill>
                <a:effectLst/>
                <a:latin typeface="Consolas" panose="020B0609020204030204" pitchFamily="49" charset="0"/>
              </a:rPr>
              <a:t>.</a:t>
            </a:r>
            <a:r>
              <a:rPr lang="en-US" sz="1800" b="0" dirty="0" err="1">
                <a:solidFill>
                  <a:srgbClr val="D2A8FF"/>
                </a:solidFill>
                <a:effectLst/>
                <a:latin typeface="Consolas" panose="020B0609020204030204" pitchFamily="49" charset="0"/>
              </a:rPr>
              <a:t>format</a:t>
            </a:r>
            <a:r>
              <a:rPr lang="en-US" sz="1800" b="0" dirty="0">
                <a:solidFill>
                  <a:srgbClr val="BBBEBF"/>
                </a:solidFill>
                <a:effectLst/>
                <a:latin typeface="Consolas" panose="020B0609020204030204" pitchFamily="49" charset="0"/>
              </a:rPr>
              <a:t>(</a:t>
            </a:r>
            <a:r>
              <a:rPr lang="en-US" sz="1800" b="0" dirty="0">
                <a:solidFill>
                  <a:srgbClr val="A5D6FF"/>
                </a:solidFill>
                <a:effectLst/>
                <a:latin typeface="Consolas" panose="020B0609020204030204" pitchFamily="49" charset="0"/>
              </a:rPr>
              <a:t>"Right: %.2f"</a:t>
            </a:r>
            <a:r>
              <a:rPr lang="en-US" sz="1800" b="0" dirty="0">
                <a:solidFill>
                  <a:srgbClr val="BBBEBF"/>
                </a:solidFill>
                <a:effectLst/>
                <a:latin typeface="Consolas" panose="020B0609020204030204" pitchFamily="49" charset="0"/>
              </a:rPr>
              <a:t>, </a:t>
            </a:r>
            <a:r>
              <a:rPr lang="en-US" sz="1800" b="0" dirty="0" err="1">
                <a:solidFill>
                  <a:srgbClr val="BBBEBF"/>
                </a:solidFill>
                <a:effectLst/>
                <a:latin typeface="Consolas" panose="020B0609020204030204" pitchFamily="49" charset="0"/>
              </a:rPr>
              <a:t>rightSpeed</a:t>
            </a:r>
            <a:r>
              <a:rPr lang="en-US" sz="1800" b="0" dirty="0">
                <a:solidFill>
                  <a:srgbClr val="BBBEBF"/>
                </a:solidFill>
                <a:effectLst/>
                <a:latin typeface="Consolas" panose="020B0609020204030204" pitchFamily="49" charset="0"/>
              </a:rPr>
              <a:t>));  </a:t>
            </a:r>
            <a:r>
              <a:rPr lang="en-US" sz="1800" b="0" dirty="0">
                <a:solidFill>
                  <a:srgbClr val="8B949E"/>
                </a:solidFill>
                <a:effectLst/>
                <a:latin typeface="Consolas" panose="020B0609020204030204" pitchFamily="49" charset="0"/>
              </a:rPr>
              <a:t>// Right: -0.10</a:t>
            </a:r>
            <a:endParaRPr lang="en-US" sz="1800" b="0" dirty="0">
              <a:solidFill>
                <a:srgbClr val="BBBEBF"/>
              </a:solidFill>
              <a:effectLst/>
              <a:latin typeface="Consolas" panose="020B0609020204030204" pitchFamily="49" charset="0"/>
            </a:endParaRPr>
          </a:p>
        </p:txBody>
      </p:sp>
      <p:graphicFrame>
        <p:nvGraphicFramePr>
          <p:cNvPr id="7" name="Table 6">
            <a:extLst>
              <a:ext uri="{FF2B5EF4-FFF2-40B4-BE49-F238E27FC236}">
                <a16:creationId xmlns:a16="http://schemas.microsoft.com/office/drawing/2014/main" id="{800AC571-A909-D1B2-4918-617069D240E1}"/>
              </a:ext>
            </a:extLst>
          </p:cNvPr>
          <p:cNvGraphicFramePr>
            <a:graphicFrameLocks noGrp="1"/>
          </p:cNvGraphicFramePr>
          <p:nvPr>
            <p:extLst>
              <p:ext uri="{D42A27DB-BD31-4B8C-83A1-F6EECF244321}">
                <p14:modId xmlns:p14="http://schemas.microsoft.com/office/powerpoint/2010/main" val="2523395021"/>
              </p:ext>
            </p:extLst>
          </p:nvPr>
        </p:nvGraphicFramePr>
        <p:xfrm>
          <a:off x="1164165" y="3640666"/>
          <a:ext cx="8127999" cy="1483360"/>
        </p:xfrm>
        <a:graphic>
          <a:graphicData uri="http://schemas.openxmlformats.org/drawingml/2006/table">
            <a:tbl>
              <a:tblPr firstRow="1">
                <a:tableStyleId>{5C22544A-7EE6-4342-B048-85BDC9FD1C3A}</a:tableStyleId>
              </a:tblPr>
              <a:tblGrid>
                <a:gridCol w="1951568">
                  <a:extLst>
                    <a:ext uri="{9D8B030D-6E8A-4147-A177-3AD203B41FA5}">
                      <a16:colId xmlns:a16="http://schemas.microsoft.com/office/drawing/2014/main" val="1362572672"/>
                    </a:ext>
                  </a:extLst>
                </a:gridCol>
                <a:gridCol w="2590800">
                  <a:extLst>
                    <a:ext uri="{9D8B030D-6E8A-4147-A177-3AD203B41FA5}">
                      <a16:colId xmlns:a16="http://schemas.microsoft.com/office/drawing/2014/main" val="1440327801"/>
                    </a:ext>
                  </a:extLst>
                </a:gridCol>
                <a:gridCol w="3585631">
                  <a:extLst>
                    <a:ext uri="{9D8B030D-6E8A-4147-A177-3AD203B41FA5}">
                      <a16:colId xmlns:a16="http://schemas.microsoft.com/office/drawing/2014/main" val="743089297"/>
                    </a:ext>
                  </a:extLst>
                </a:gridCol>
              </a:tblGrid>
              <a:tr h="370840">
                <a:tc>
                  <a:txBody>
                    <a:bodyPr/>
                    <a:lstStyle/>
                    <a:p>
                      <a:pPr algn="ctr"/>
                      <a:r>
                        <a:rPr lang="en-US" dirty="0"/>
                        <a:t>Placeholder</a:t>
                      </a:r>
                    </a:p>
                  </a:txBody>
                  <a:tcPr/>
                </a:tc>
                <a:tc>
                  <a:txBody>
                    <a:bodyPr/>
                    <a:lstStyle/>
                    <a:p>
                      <a:r>
                        <a:rPr lang="en-US" dirty="0"/>
                        <a:t>Means</a:t>
                      </a:r>
                    </a:p>
                  </a:txBody>
                  <a:tcPr/>
                </a:tc>
                <a:tc>
                  <a:txBody>
                    <a:bodyPr/>
                    <a:lstStyle/>
                    <a:p>
                      <a:r>
                        <a:rPr lang="en-US" dirty="0"/>
                        <a:t>Example value</a:t>
                      </a:r>
                    </a:p>
                  </a:txBody>
                  <a:tcPr/>
                </a:tc>
                <a:extLst>
                  <a:ext uri="{0D108BD9-81ED-4DB2-BD59-A6C34878D82A}">
                    <a16:rowId xmlns:a16="http://schemas.microsoft.com/office/drawing/2014/main" val="999232344"/>
                  </a:ext>
                </a:extLst>
              </a:tr>
              <a:tr h="370840">
                <a:tc>
                  <a:txBody>
                    <a:bodyPr/>
                    <a:lstStyle/>
                    <a:p>
                      <a:pPr algn="ctr"/>
                      <a:r>
                        <a:rPr lang="en-US" dirty="0"/>
                        <a:t>%.2f</a:t>
                      </a:r>
                    </a:p>
                  </a:txBody>
                  <a:tcPr/>
                </a:tc>
                <a:tc>
                  <a:txBody>
                    <a:bodyPr/>
                    <a:lstStyle/>
                    <a:p>
                      <a:r>
                        <a:rPr lang="en-US" dirty="0"/>
                        <a:t>A decimal, two places</a:t>
                      </a:r>
                    </a:p>
                  </a:txBody>
                  <a:tcPr/>
                </a:tc>
                <a:tc>
                  <a:txBody>
                    <a:bodyPr/>
                    <a:lstStyle/>
                    <a:p>
                      <a:r>
                        <a:rPr lang="en-US" sz="1600" dirty="0"/>
                        <a:t>-0.10</a:t>
                      </a:r>
                      <a:endParaRPr lang="en-US" dirty="0"/>
                    </a:p>
                  </a:txBody>
                  <a:tcPr/>
                </a:tc>
                <a:extLst>
                  <a:ext uri="{0D108BD9-81ED-4DB2-BD59-A6C34878D82A}">
                    <a16:rowId xmlns:a16="http://schemas.microsoft.com/office/drawing/2014/main" val="2019495337"/>
                  </a:ext>
                </a:extLst>
              </a:tr>
              <a:tr h="370840">
                <a:tc>
                  <a:txBody>
                    <a:bodyPr/>
                    <a:lstStyle/>
                    <a:p>
                      <a:pPr algn="ctr"/>
                      <a:r>
                        <a:rPr lang="en-US" dirty="0"/>
                        <a:t>%d</a:t>
                      </a:r>
                    </a:p>
                  </a:txBody>
                  <a:tcPr/>
                </a:tc>
                <a:tc>
                  <a:txBody>
                    <a:bodyPr/>
                    <a:lstStyle/>
                    <a:p>
                      <a:r>
                        <a:rPr lang="en-US" dirty="0"/>
                        <a:t>A whole number</a:t>
                      </a:r>
                    </a:p>
                  </a:txBody>
                  <a:tcPr/>
                </a:tc>
                <a:tc>
                  <a:txBody>
                    <a:bodyPr/>
                    <a:lstStyle/>
                    <a:p>
                      <a:r>
                        <a:rPr lang="en-US" sz="1600" dirty="0"/>
                        <a:t>1024</a:t>
                      </a:r>
                    </a:p>
                  </a:txBody>
                  <a:tcPr/>
                </a:tc>
                <a:extLst>
                  <a:ext uri="{0D108BD9-81ED-4DB2-BD59-A6C34878D82A}">
                    <a16:rowId xmlns:a16="http://schemas.microsoft.com/office/drawing/2014/main" val="3062290241"/>
                  </a:ext>
                </a:extLst>
              </a:tr>
              <a:tr h="370840">
                <a:tc>
                  <a:txBody>
                    <a:bodyPr/>
                    <a:lstStyle/>
                    <a:p>
                      <a:pPr algn="ctr"/>
                      <a:r>
                        <a:rPr lang="en-US" dirty="0"/>
                        <a:t>%s</a:t>
                      </a:r>
                    </a:p>
                  </a:txBody>
                  <a:tcPr/>
                </a:tc>
                <a:tc>
                  <a:txBody>
                    <a:bodyPr/>
                    <a:lstStyle/>
                    <a:p>
                      <a:r>
                        <a:rPr lang="en-US" dirty="0"/>
                        <a:t>Text</a:t>
                      </a:r>
                    </a:p>
                  </a:txBody>
                  <a:tcPr/>
                </a:tc>
                <a:tc>
                  <a:txBody>
                    <a:bodyPr/>
                    <a:lstStyle/>
                    <a:p>
                      <a:r>
                        <a:rPr lang="en-US" sz="1600" dirty="0"/>
                        <a:t>Drivetrain</a:t>
                      </a:r>
                    </a:p>
                  </a:txBody>
                  <a:tcPr/>
                </a:tc>
                <a:extLst>
                  <a:ext uri="{0D108BD9-81ED-4DB2-BD59-A6C34878D82A}">
                    <a16:rowId xmlns:a16="http://schemas.microsoft.com/office/drawing/2014/main" val="3810949964"/>
                  </a:ext>
                </a:extLst>
              </a:tr>
            </a:tbl>
          </a:graphicData>
        </a:graphic>
      </p:graphicFrame>
      <p:sp>
        <p:nvSpPr>
          <p:cNvPr id="9" name="TextBox 8">
            <a:extLst>
              <a:ext uri="{FF2B5EF4-FFF2-40B4-BE49-F238E27FC236}">
                <a16:creationId xmlns:a16="http://schemas.microsoft.com/office/drawing/2014/main" id="{1753F449-3FE5-5C17-4E09-58AE31F350DE}"/>
              </a:ext>
            </a:extLst>
          </p:cNvPr>
          <p:cNvSpPr txBox="1"/>
          <p:nvPr/>
        </p:nvSpPr>
        <p:spPr>
          <a:xfrm>
            <a:off x="1079499" y="1425546"/>
            <a:ext cx="4593168" cy="2154436"/>
          </a:xfrm>
          <a:prstGeom prst="rect">
            <a:avLst/>
          </a:prstGeom>
          <a:noFill/>
        </p:spPr>
        <p:txBody>
          <a:bodyPr wrap="square">
            <a:spAutoFit/>
          </a:bodyPr>
          <a:lstStyle/>
          <a:p>
            <a:r>
              <a:rPr lang="en-US" sz="2000" b="1" dirty="0"/>
              <a:t>Before and after</a:t>
            </a:r>
          </a:p>
          <a:p>
            <a:endParaRPr lang="en-US" sz="2000" b="1" dirty="0"/>
          </a:p>
          <a:p>
            <a:endParaRPr lang="en-US" sz="2000" b="1" dirty="0"/>
          </a:p>
          <a:p>
            <a:endParaRPr lang="en-US" sz="2000" b="1" dirty="0"/>
          </a:p>
          <a:p>
            <a:endParaRPr lang="en-US" sz="2000" b="1" dirty="0"/>
          </a:p>
          <a:p>
            <a:endParaRPr lang="en-US" sz="1400" b="1" dirty="0"/>
          </a:p>
          <a:p>
            <a:r>
              <a:rPr lang="en-US" sz="2000" b="1" dirty="0"/>
              <a:t>The three placeholders</a:t>
            </a:r>
          </a:p>
        </p:txBody>
      </p:sp>
      <p:sp>
        <p:nvSpPr>
          <p:cNvPr id="11" name="TextBox 10">
            <a:extLst>
              <a:ext uri="{FF2B5EF4-FFF2-40B4-BE49-F238E27FC236}">
                <a16:creationId xmlns:a16="http://schemas.microsoft.com/office/drawing/2014/main" id="{5E3D9EBF-C3C2-A32D-3DFB-A0ACF7BA8725}"/>
              </a:ext>
            </a:extLst>
          </p:cNvPr>
          <p:cNvSpPr txBox="1"/>
          <p:nvPr/>
        </p:nvSpPr>
        <p:spPr>
          <a:xfrm>
            <a:off x="1164165" y="5399321"/>
            <a:ext cx="10045702" cy="699550"/>
          </a:xfrm>
          <a:prstGeom prst="rect">
            <a:avLst/>
          </a:prstGeom>
          <a:solidFill>
            <a:schemeClr val="tx1"/>
          </a:solidFill>
        </p:spPr>
        <p:txBody>
          <a:bodyPr wrap="square">
            <a:spAutoFit/>
          </a:bodyPr>
          <a:lstStyle/>
          <a:p>
            <a:pPr>
              <a:lnSpc>
                <a:spcPct val="113095"/>
              </a:lnSpc>
              <a:buNone/>
            </a:pPr>
            <a:r>
              <a:rPr lang="en-US" sz="1800" b="0" dirty="0">
                <a:solidFill>
                  <a:srgbClr val="C9D1D9"/>
                </a:solidFill>
                <a:effectLst/>
                <a:latin typeface="Consolas" panose="020B0609020204030204" pitchFamily="49" charset="0"/>
              </a:rPr>
              <a:t>String</a:t>
            </a:r>
            <a:r>
              <a:rPr lang="en-US" sz="1800" b="0" dirty="0">
                <a:solidFill>
                  <a:srgbClr val="BBBEBF"/>
                </a:solidFill>
                <a:effectLst/>
                <a:latin typeface="Consolas" panose="020B0609020204030204" pitchFamily="49" charset="0"/>
              </a:rPr>
              <a:t>.</a:t>
            </a:r>
            <a:r>
              <a:rPr lang="en-US" sz="1800" b="0" dirty="0">
                <a:solidFill>
                  <a:srgbClr val="D2A8FF"/>
                </a:solidFill>
                <a:effectLst/>
                <a:latin typeface="Consolas" panose="020B0609020204030204" pitchFamily="49" charset="0"/>
              </a:rPr>
              <a:t>format</a:t>
            </a:r>
            <a:r>
              <a:rPr lang="en-US" sz="1800" b="0" dirty="0">
                <a:solidFill>
                  <a:srgbClr val="BBBEBF"/>
                </a:solidFill>
                <a:effectLst/>
                <a:latin typeface="Consolas" panose="020B0609020204030204" pitchFamily="49" charset="0"/>
              </a:rPr>
              <a:t>(</a:t>
            </a:r>
            <a:r>
              <a:rPr lang="en-US" sz="1800" b="0" dirty="0">
                <a:solidFill>
                  <a:srgbClr val="A5D6FF"/>
                </a:solidFill>
                <a:effectLst/>
                <a:latin typeface="Consolas" panose="020B0609020204030204" pitchFamily="49" charset="0"/>
              </a:rPr>
              <a:t>"Left: %.2f  Right: %.2f"</a:t>
            </a:r>
            <a:r>
              <a:rPr lang="en-US" sz="1800" b="0" dirty="0">
                <a:solidFill>
                  <a:srgbClr val="BBBEBF"/>
                </a:solidFill>
                <a:effectLst/>
                <a:latin typeface="Consolas" panose="020B0609020204030204" pitchFamily="49" charset="0"/>
              </a:rPr>
              <a:t>, </a:t>
            </a:r>
            <a:r>
              <a:rPr lang="en-US" sz="1800" b="0" dirty="0" err="1">
                <a:solidFill>
                  <a:srgbClr val="BBBEBF"/>
                </a:solidFill>
                <a:effectLst/>
                <a:latin typeface="Consolas" panose="020B0609020204030204" pitchFamily="49" charset="0"/>
              </a:rPr>
              <a:t>leftSpeed</a:t>
            </a:r>
            <a:r>
              <a:rPr lang="en-US" sz="1800" b="0" dirty="0">
                <a:solidFill>
                  <a:srgbClr val="BBBEBF"/>
                </a:solidFill>
                <a:effectLst/>
                <a:latin typeface="Consolas" panose="020B0609020204030204" pitchFamily="49" charset="0"/>
              </a:rPr>
              <a:t>, </a:t>
            </a:r>
            <a:r>
              <a:rPr lang="en-US" sz="1800" b="0" dirty="0" err="1">
                <a:solidFill>
                  <a:srgbClr val="BBBEBF"/>
                </a:solidFill>
                <a:effectLst/>
                <a:latin typeface="Consolas" panose="020B0609020204030204" pitchFamily="49" charset="0"/>
              </a:rPr>
              <a:t>rightSpeed</a:t>
            </a:r>
            <a:r>
              <a:rPr lang="en-US" sz="1800" b="0" dirty="0">
                <a:solidFill>
                  <a:srgbClr val="BBBEBF"/>
                </a:solidFill>
                <a:effectLst/>
                <a:latin typeface="Consolas" panose="020B0609020204030204" pitchFamily="49" charset="0"/>
              </a:rPr>
              <a:t>)</a:t>
            </a:r>
            <a:br>
              <a:rPr lang="en-US" sz="1800" b="0" dirty="0">
                <a:solidFill>
                  <a:srgbClr val="8B949E"/>
                </a:solidFill>
                <a:effectLst/>
                <a:latin typeface="Consolas" panose="020B0609020204030204" pitchFamily="49" charset="0"/>
              </a:rPr>
            </a:br>
            <a:r>
              <a:rPr lang="en-US" sz="1800" b="0" dirty="0">
                <a:solidFill>
                  <a:srgbClr val="8B949E"/>
                </a:solidFill>
                <a:effectLst/>
                <a:latin typeface="Consolas" panose="020B0609020204030204" pitchFamily="49" charset="0"/>
              </a:rPr>
              <a:t>// Left: 0.10  Right: -0.10</a:t>
            </a:r>
            <a:endParaRPr lang="en-US" sz="1800" b="0" dirty="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11696408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3DFBE-CB4B-4391-AF38-B4C08D4198E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63002CA-EA53-CF83-8AD8-6898E3E62E1B}"/>
              </a:ext>
            </a:extLst>
          </p:cNvPr>
          <p:cNvSpPr>
            <a:spLocks noGrp="1"/>
          </p:cNvSpPr>
          <p:nvPr>
            <p:ph type="title"/>
          </p:nvPr>
        </p:nvSpPr>
        <p:spPr/>
        <p:txBody>
          <a:bodyPr/>
          <a:lstStyle/>
          <a:p>
            <a:r>
              <a:rPr lang="en-US" dirty="0"/>
              <a:t>Lab 2: ArcadeDrive.java</a:t>
            </a:r>
          </a:p>
        </p:txBody>
      </p:sp>
    </p:spTree>
    <p:extLst>
      <p:ext uri="{BB962C8B-B14F-4D97-AF65-F5344CB8AC3E}">
        <p14:creationId xmlns:p14="http://schemas.microsoft.com/office/powerpoint/2010/main" val="7058650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9024D-8244-B7AC-48E8-8E870B89F2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302B0E5-378D-673E-703D-C617BC320202}"/>
              </a:ext>
            </a:extLst>
          </p:cNvPr>
          <p:cNvSpPr>
            <a:spLocks noGrp="1"/>
          </p:cNvSpPr>
          <p:nvPr>
            <p:ph type="title"/>
          </p:nvPr>
        </p:nvSpPr>
        <p:spPr/>
        <p:txBody>
          <a:bodyPr/>
          <a:lstStyle/>
          <a:p>
            <a:r>
              <a:rPr lang="en-US" dirty="0"/>
              <a:t>Assignment 1:</a:t>
            </a:r>
            <a:br>
              <a:rPr lang="en-US" dirty="0"/>
            </a:br>
            <a:r>
              <a:rPr lang="en-US" dirty="0"/>
              <a:t>Arcade drive math</a:t>
            </a:r>
          </a:p>
        </p:txBody>
      </p:sp>
    </p:spTree>
    <p:extLst>
      <p:ext uri="{BB962C8B-B14F-4D97-AF65-F5344CB8AC3E}">
        <p14:creationId xmlns:p14="http://schemas.microsoft.com/office/powerpoint/2010/main" val="3068856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D80F4-F0B0-2274-878A-3A8962D4F90A}"/>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D0712E9F-5739-274F-5FDE-94211D7B1EB0}"/>
              </a:ext>
            </a:extLst>
          </p:cNvPr>
          <p:cNvSpPr>
            <a:spLocks noGrp="1"/>
          </p:cNvSpPr>
          <p:nvPr>
            <p:ph type="subTitle" idx="1"/>
          </p:nvPr>
        </p:nvSpPr>
        <p:spPr/>
        <p:txBody>
          <a:bodyPr/>
          <a:lstStyle/>
          <a:p>
            <a:r>
              <a:rPr lang="en-US" dirty="0"/>
              <a:t>See you next meeting.</a:t>
            </a:r>
          </a:p>
        </p:txBody>
      </p:sp>
    </p:spTree>
    <p:extLst>
      <p:ext uri="{BB962C8B-B14F-4D97-AF65-F5344CB8AC3E}">
        <p14:creationId xmlns:p14="http://schemas.microsoft.com/office/powerpoint/2010/main" val="31303370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2577</TotalTime>
  <Words>4693</Words>
  <Application>Microsoft Office PowerPoint</Application>
  <PresentationFormat>Widescreen</PresentationFormat>
  <Paragraphs>515</Paragraphs>
  <Slides>35</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Aptos</vt:lpstr>
      <vt:lpstr>Arial</vt:lpstr>
      <vt:lpstr>Consolas</vt:lpstr>
      <vt:lpstr>Roboto</vt:lpstr>
      <vt:lpstr>Roboto Light</vt:lpstr>
      <vt:lpstr>Wingdings</vt:lpstr>
      <vt:lpstr>Office Theme</vt:lpstr>
      <vt:lpstr>Programming Tryouts Meeting 2: Intro to Java, Variables, Data Types, Operators</vt:lpstr>
      <vt:lpstr>🛜LibBox</vt:lpstr>
      <vt:lpstr>Tonight</vt:lpstr>
      <vt:lpstr>Checks</vt:lpstr>
      <vt:lpstr>Intro to Java</vt:lpstr>
      <vt:lpstr>Why Java?</vt:lpstr>
      <vt:lpstr>How your program runs?</vt:lpstr>
      <vt:lpstr>Anatomy of a program</vt:lpstr>
      <vt:lpstr>Four rules that bite</vt:lpstr>
      <vt:lpstr>Live: Compiler Error</vt:lpstr>
      <vt:lpstr>Variables and Data Types</vt:lpstr>
      <vt:lpstr>What is a variable?</vt:lpstr>
      <vt:lpstr>Declare, assign, reassign</vt:lpstr>
      <vt:lpstr>int: the whole numbers</vt:lpstr>
      <vt:lpstr>double: numbers with decimals</vt:lpstr>
      <vt:lpstr>boolean: true or false</vt:lpstr>
      <vt:lpstr>String and char: text</vt:lpstr>
      <vt:lpstr>Picking the right type</vt:lpstr>
      <vt:lpstr>Picking the right type</vt:lpstr>
      <vt:lpstr>Naming things</vt:lpstr>
      <vt:lpstr>Live: The compiler is on your side</vt:lpstr>
      <vt:lpstr>Lab 1: RobotStatus.java</vt:lpstr>
      <vt:lpstr>Operators</vt:lpstr>
      <vt:lpstr>Arithmetic</vt:lpstr>
      <vt:lpstr>Live: Integer division – the trap</vt:lpstr>
      <vt:lpstr>%: what is left over</vt:lpstr>
      <vt:lpstr>Assignment operators</vt:lpstr>
      <vt:lpstr>Comparison operators</vt:lpstr>
      <vt:lpstr>Logical operators</vt:lpstr>
      <vt:lpstr>Clamping without if</vt:lpstr>
      <vt:lpstr>Strings and +</vt:lpstr>
      <vt:lpstr>Printing numbers cleanly</vt:lpstr>
      <vt:lpstr>Lab 2: ArcadeDrive.java</vt:lpstr>
      <vt:lpstr>Assignment 1: Arcade drive math</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Devang Doshi</dc:creator>
  <cp:lastModifiedBy>Devang Doshi</cp:lastModifiedBy>
  <cp:revision>3</cp:revision>
  <dcterms:created xsi:type="dcterms:W3CDTF">2025-11-02T01:18:45Z</dcterms:created>
  <dcterms:modified xsi:type="dcterms:W3CDTF">2026-09-22T03:05:25Z</dcterms:modified>
</cp:coreProperties>
</file>